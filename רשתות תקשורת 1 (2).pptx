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59" r:id="rId4"/>
    <p:sldId id="272" r:id="rId5"/>
    <p:sldId id="298" r:id="rId6"/>
    <p:sldId id="261" r:id="rId7"/>
    <p:sldId id="265" r:id="rId8"/>
    <p:sldId id="266" r:id="rId9"/>
    <p:sldId id="270" r:id="rId10"/>
    <p:sldId id="267" r:id="rId11"/>
    <p:sldId id="268" r:id="rId12"/>
    <p:sldId id="269" r:id="rId13"/>
    <p:sldId id="271" r:id="rId14"/>
    <p:sldId id="288" r:id="rId15"/>
    <p:sldId id="299" r:id="rId16"/>
    <p:sldId id="300" r:id="rId17"/>
    <p:sldId id="289" r:id="rId18"/>
    <p:sldId id="290" r:id="rId19"/>
    <p:sldId id="293" r:id="rId20"/>
    <p:sldId id="295" r:id="rId21"/>
    <p:sldId id="291" r:id="rId22"/>
    <p:sldId id="276" r:id="rId23"/>
    <p:sldId id="281" r:id="rId24"/>
    <p:sldId id="278" r:id="rId25"/>
    <p:sldId id="277" r:id="rId26"/>
    <p:sldId id="285" r:id="rId27"/>
    <p:sldId id="286" r:id="rId28"/>
    <p:sldId id="287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AD56D-CD17-49BD-9D41-B114511B5ED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0AE10-2D57-4C2F-B45F-FDFAE8966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24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935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882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0206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294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358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54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602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175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4214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330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9276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867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507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59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731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0932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3043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445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123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812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51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389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6532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797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6049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542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7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95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6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58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4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57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8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3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7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28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601FE-E4F8-41DC-90FA-5C28010CBBD1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5B29F-17D4-48F3-ABAB-66C59778DC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9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em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>
                <a:cs typeface="+mn-cs"/>
              </a:rPr>
              <a:t>רשתות תקשורת</a:t>
            </a:r>
            <a:br>
              <a:rPr lang="he-IL" dirty="0" smtClean="0">
                <a:cs typeface="+mn-cs"/>
              </a:rPr>
            </a:br>
            <a:r>
              <a:rPr lang="he-IL" dirty="0" smtClean="0">
                <a:cs typeface="+mn-cs"/>
              </a:rPr>
              <a:t>1</a:t>
            </a:r>
            <a:r>
              <a:rPr lang="he-IL" dirty="0">
                <a:cs typeface="+mn-cs"/>
              </a:rPr>
              <a:t/>
            </a:r>
            <a:br>
              <a:rPr lang="he-IL" dirty="0">
                <a:cs typeface="+mn-cs"/>
              </a:rPr>
            </a:br>
            <a:r>
              <a:rPr lang="he-IL" dirty="0" smtClean="0">
                <a:cs typeface="+mn-cs"/>
              </a:rPr>
              <a:t>מבוא</a:t>
            </a:r>
            <a:endParaRPr lang="en-US" dirty="0"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486BED-0E6D-424B-9246-93E87D8EC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528" y="3789040"/>
            <a:ext cx="8568952" cy="235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he-IL" altLang="en-US" sz="3200" dirty="0" smtClean="0"/>
              <a:t>הקורס מבוסס על הספר:</a:t>
            </a:r>
            <a:endParaRPr lang="en-US" altLang="en-US" sz="3200" dirty="0"/>
          </a:p>
          <a:p>
            <a:pPr algn="ctr" eaLnBrk="1" hangingPunct="1">
              <a:lnSpc>
                <a:spcPct val="85000"/>
              </a:lnSpc>
            </a:pPr>
            <a:r>
              <a:rPr lang="en-US" altLang="en-US" sz="3200" i="1" dirty="0" smtClean="0">
                <a:solidFill>
                  <a:srgbClr val="0000A3"/>
                </a:solidFill>
                <a:latin typeface="+mn-lt"/>
              </a:rPr>
              <a:t>Computer </a:t>
            </a:r>
            <a:r>
              <a:rPr lang="en-US" altLang="en-US" sz="3200" i="1" dirty="0">
                <a:solidFill>
                  <a:srgbClr val="0000A3"/>
                </a:solidFill>
                <a:latin typeface="+mn-lt"/>
              </a:rPr>
              <a:t>Networking: A Top-Down Approach </a:t>
            </a:r>
            <a:r>
              <a:rPr lang="en-US" altLang="en-US" sz="2800" dirty="0">
                <a:solidFill>
                  <a:srgbClr val="008000"/>
                </a:solidFill>
                <a:latin typeface="+mn-lt"/>
              </a:rPr>
              <a:t/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2800" dirty="0">
                <a:latin typeface="+mn-lt"/>
              </a:rPr>
              <a:t>9</a:t>
            </a:r>
            <a:r>
              <a:rPr lang="en-US" altLang="en-US" sz="2800" baseline="30000" dirty="0">
                <a:latin typeface="+mn-lt"/>
              </a:rPr>
              <a:t>th</a:t>
            </a:r>
            <a:r>
              <a:rPr lang="en-US" altLang="en-US" sz="2800" dirty="0">
                <a:latin typeface="+mn-lt"/>
              </a:rPr>
              <a:t> edition </a:t>
            </a:r>
            <a:br>
              <a:rPr lang="en-US" altLang="en-US" sz="2800" dirty="0">
                <a:latin typeface="+mn-lt"/>
              </a:rPr>
            </a:br>
            <a:r>
              <a:rPr lang="en-US" altLang="en-US" sz="2800" dirty="0" smtClean="0">
                <a:latin typeface="+mn-lt"/>
              </a:rPr>
              <a:t>Jim </a:t>
            </a:r>
            <a:r>
              <a:rPr lang="en-US" altLang="en-US" sz="2800" dirty="0">
                <a:latin typeface="+mn-lt"/>
              </a:rPr>
              <a:t>Kurose, Keith </a:t>
            </a:r>
            <a:r>
              <a:rPr lang="en-US" altLang="en-US" sz="2800" dirty="0" smtClean="0">
                <a:latin typeface="+mn-lt"/>
              </a:rPr>
              <a:t>Ross</a:t>
            </a:r>
            <a:endParaRPr lang="he-IL" altLang="en-US" sz="28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66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6040" y="188640"/>
            <a:ext cx="5400600" cy="543595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 smtClean="0">
                <a:cs typeface="+mn-cs"/>
              </a:rPr>
              <a:t>רשת האינטרנט</a:t>
            </a:r>
            <a:endParaRPr lang="en-US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6040" y="836712"/>
            <a:ext cx="5400600" cy="5791498"/>
          </a:xfrm>
        </p:spPr>
        <p:txBody>
          <a:bodyPr>
            <a:normAutofit fontScale="92500" lnSpcReduction="20000"/>
          </a:bodyPr>
          <a:lstStyle/>
          <a:p>
            <a:pPr marL="0" indent="0" algn="r" rtl="1">
              <a:buNone/>
            </a:pPr>
            <a:r>
              <a:rPr lang="he-IL" sz="2400" dirty="0" smtClean="0"/>
              <a:t>הרשת מכילה:</a:t>
            </a:r>
          </a:p>
          <a:p>
            <a:pPr marL="0" indent="0" algn="r" rtl="1">
              <a:buNone/>
            </a:pPr>
            <a:endParaRPr lang="he-IL" sz="2400" dirty="0" smtClean="0"/>
          </a:p>
          <a:p>
            <a:pPr algn="r" rtl="1"/>
            <a:r>
              <a:rPr lang="he-IL" sz="2400" dirty="0" smtClean="0"/>
              <a:t>התקני חישוב</a:t>
            </a:r>
          </a:p>
          <a:p>
            <a:pPr algn="r" rtl="1"/>
            <a:r>
              <a:rPr lang="he-IL" sz="2400" dirty="0" smtClean="0"/>
              <a:t>תחנות קצה</a:t>
            </a:r>
          </a:p>
          <a:p>
            <a:pPr algn="r" rtl="1"/>
            <a:r>
              <a:rPr lang="he-IL" sz="2400" dirty="0" smtClean="0"/>
              <a:t>שרת לקוח, </a:t>
            </a:r>
            <a:r>
              <a:rPr lang="en-US" sz="2400" dirty="0" smtClean="0"/>
              <a:t>P</a:t>
            </a:r>
            <a:r>
              <a:rPr lang="he-IL" sz="2400" dirty="0" smtClean="0"/>
              <a:t>2</a:t>
            </a:r>
            <a:r>
              <a:rPr lang="en-US" sz="2400" dirty="0" smtClean="0"/>
              <a:t>P</a:t>
            </a:r>
            <a:endParaRPr lang="he-IL" sz="2400" dirty="0" smtClean="0"/>
          </a:p>
          <a:p>
            <a:pPr algn="r" rtl="1"/>
            <a:r>
              <a:rPr lang="en-US" sz="2400" dirty="0" err="1" smtClean="0"/>
              <a:t>IoT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he-IL" sz="2400" dirty="0"/>
          </a:p>
          <a:p>
            <a:pPr algn="r" rtl="1"/>
            <a:r>
              <a:rPr lang="he-IL" sz="2400" dirty="0"/>
              <a:t>מתגים</a:t>
            </a:r>
            <a:r>
              <a:rPr lang="en-US" sz="2400" dirty="0"/>
              <a:t> switches </a:t>
            </a:r>
          </a:p>
          <a:p>
            <a:pPr algn="r" rtl="1"/>
            <a:r>
              <a:rPr lang="he-IL" sz="2400" dirty="0" smtClean="0"/>
              <a:t>נתבים </a:t>
            </a:r>
            <a:r>
              <a:rPr lang="en-US" sz="2400" dirty="0"/>
              <a:t>routers</a:t>
            </a:r>
            <a:endParaRPr lang="en-US" sz="2400" dirty="0" smtClean="0"/>
          </a:p>
          <a:p>
            <a:pPr algn="r" rtl="1"/>
            <a:endParaRPr lang="he-IL" sz="2400" dirty="0" smtClean="0"/>
          </a:p>
          <a:p>
            <a:pPr algn="r" rtl="1"/>
            <a:r>
              <a:rPr lang="he-IL" sz="2400" dirty="0" smtClean="0"/>
              <a:t>קווי תקשורת</a:t>
            </a:r>
            <a:endParaRPr lang="en-US" sz="2400" dirty="0" smtClean="0"/>
          </a:p>
          <a:p>
            <a:pPr algn="r" rtl="1"/>
            <a:r>
              <a:rPr lang="en-US" altLang="en-US" sz="2400" dirty="0">
                <a:ea typeface="Arial" panose="020B0604020202020204" pitchFamily="34" charset="0"/>
              </a:rPr>
              <a:t>fiber, </a:t>
            </a:r>
            <a:r>
              <a:rPr lang="en-US" altLang="en-US" sz="2400" dirty="0" smtClean="0">
                <a:ea typeface="Arial" panose="020B0604020202020204" pitchFamily="34" charset="0"/>
              </a:rPr>
              <a:t>copper</a:t>
            </a:r>
          </a:p>
          <a:p>
            <a:pPr algn="r" rtl="1"/>
            <a:r>
              <a:rPr lang="en-US" altLang="en-US" sz="2400" dirty="0" smtClean="0">
                <a:ea typeface="Arial" panose="020B0604020202020204" pitchFamily="34" charset="0"/>
              </a:rPr>
              <a:t>radio</a:t>
            </a:r>
            <a:r>
              <a:rPr lang="en-US" altLang="en-US" sz="2400" dirty="0">
                <a:ea typeface="Arial" panose="020B0604020202020204" pitchFamily="34" charset="0"/>
              </a:rPr>
              <a:t>, </a:t>
            </a:r>
            <a:r>
              <a:rPr lang="en-US" altLang="en-US" sz="2400" dirty="0" smtClean="0">
                <a:ea typeface="Arial" panose="020B0604020202020204" pitchFamily="34" charset="0"/>
              </a:rPr>
              <a:t>satellite</a:t>
            </a:r>
            <a:endParaRPr lang="he-IL" altLang="en-US" sz="2400" dirty="0" smtClean="0">
              <a:ea typeface="Arial" panose="020B0604020202020204" pitchFamily="34" charset="0"/>
            </a:endParaRPr>
          </a:p>
          <a:p>
            <a:pPr algn="r" rtl="1"/>
            <a:endParaRPr lang="en-US" altLang="en-US" sz="2400" dirty="0">
              <a:ea typeface="Arial" panose="020B0604020202020204" pitchFamily="34" charset="0"/>
            </a:endParaRPr>
          </a:p>
          <a:p>
            <a:pPr algn="r" rtl="1"/>
            <a:r>
              <a:rPr lang="he-IL" sz="2400" dirty="0" smtClean="0"/>
              <a:t>רשת (ענן) אוסף של התקנים, נתבים, וקווי תקשורת.</a:t>
            </a:r>
            <a:endParaRPr lang="en-US" sz="2400" dirty="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8184"/>
            <a:ext cx="5899355" cy="6735097"/>
          </a:xfrm>
          <a:prstGeom prst="rect">
            <a:avLst/>
          </a:prstGeom>
        </p:spPr>
      </p:pic>
      <p:pic>
        <p:nvPicPr>
          <p:cNvPr id="119" name="Picture 1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64" y="1253812"/>
            <a:ext cx="3153215" cy="1762371"/>
          </a:xfrm>
          <a:prstGeom prst="rect">
            <a:avLst/>
          </a:prstGeom>
        </p:spPr>
      </p:pic>
      <p:pic>
        <p:nvPicPr>
          <p:cNvPr id="139" name="Picture 1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064" y="3234769"/>
            <a:ext cx="1705213" cy="704948"/>
          </a:xfrm>
          <a:prstGeom prst="rect">
            <a:avLst/>
          </a:prstGeom>
        </p:spPr>
      </p:pic>
      <p:pic>
        <p:nvPicPr>
          <p:cNvPr id="140" name="Picture 13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064" y="4326827"/>
            <a:ext cx="2362530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4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9619"/>
          </a:xfrm>
        </p:spPr>
        <p:txBody>
          <a:bodyPr>
            <a:normAutofit/>
          </a:bodyPr>
          <a:lstStyle/>
          <a:p>
            <a:pPr algn="ctr" rtl="1"/>
            <a:r>
              <a:rPr lang="he-IL" sz="4000" dirty="0">
                <a:cs typeface="+mn-cs"/>
              </a:rPr>
              <a:t>מרכז </a:t>
            </a:r>
            <a:r>
              <a:rPr lang="he-IL" sz="4000" dirty="0" smtClean="0">
                <a:cs typeface="+mn-cs"/>
              </a:rPr>
              <a:t>נתונים </a:t>
            </a:r>
            <a:r>
              <a:rPr lang="he-IL" sz="4000" smtClean="0">
                <a:cs typeface="+mn-cs"/>
              </a:rPr>
              <a:t>(חוות שרתים) </a:t>
            </a:r>
            <a:r>
              <a:rPr lang="he-IL" sz="4000" dirty="0" smtClean="0">
                <a:cs typeface="+mn-cs"/>
              </a:rPr>
              <a:t>-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Data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2184" y="1412776"/>
            <a:ext cx="4176464" cy="4896544"/>
          </a:xfrm>
        </p:spPr>
        <p:txBody>
          <a:bodyPr>
            <a:normAutofit/>
          </a:bodyPr>
          <a:lstStyle/>
          <a:p>
            <a:pPr algn="r" rtl="1"/>
            <a:r>
              <a:rPr lang="he-IL" sz="2400" dirty="0" smtClean="0"/>
              <a:t>רוב הגלישה באינטרנט היא לשרתים של ספקי תוכן </a:t>
            </a:r>
            <a:r>
              <a:rPr lang="en-US" sz="2400" dirty="0" smtClean="0"/>
              <a:t>Content Providers</a:t>
            </a:r>
            <a:r>
              <a:rPr lang="he-IL" sz="2400" dirty="0" smtClean="0"/>
              <a:t> – </a:t>
            </a:r>
            <a:r>
              <a:rPr lang="en-US" sz="2400" dirty="0" smtClean="0"/>
              <a:t>     Google, Facebook, Netflix</a:t>
            </a:r>
          </a:p>
          <a:p>
            <a:pPr algn="r" rtl="1"/>
            <a:r>
              <a:rPr lang="he-IL" sz="2400" dirty="0" smtClean="0"/>
              <a:t>השרתים ממוקמים במרכזי נתונים שמכילים אלפי שרתים.</a:t>
            </a:r>
          </a:p>
          <a:p>
            <a:pPr algn="r" rtl="1"/>
            <a:r>
              <a:rPr lang="en-US" sz="2400" dirty="0" smtClean="0"/>
              <a:t>Google</a:t>
            </a:r>
            <a:r>
              <a:rPr lang="he-IL" sz="2400" dirty="0" smtClean="0"/>
              <a:t> הקימה מעל 30 מרכזי נתונים ברחבי העולם.</a:t>
            </a:r>
          </a:p>
          <a:p>
            <a:pPr algn="r" rtl="1"/>
            <a:r>
              <a:rPr lang="he-IL" sz="2400" dirty="0" smtClean="0"/>
              <a:t>מרכזי הנתונים מחוברים ביניהם,</a:t>
            </a:r>
            <a:r>
              <a:rPr lang="he-IL" sz="2400" dirty="0"/>
              <a:t> </a:t>
            </a:r>
            <a:r>
              <a:rPr lang="he-IL" sz="2400" dirty="0" smtClean="0"/>
              <a:t>התוכן נשמר בכמה מרכזים ומסופק מהקרוב.</a:t>
            </a:r>
          </a:p>
          <a:p>
            <a:pPr algn="r" rtl="1"/>
            <a:r>
              <a:rPr lang="he-IL" sz="2400" dirty="0" smtClean="0"/>
              <a:t>מרכזי הנתונים משמשים גם לאחסון שרתים בענן.</a:t>
            </a:r>
            <a:endParaRPr lang="en-US" sz="2400" dirty="0"/>
          </a:p>
        </p:txBody>
      </p:sp>
      <p:pic>
        <p:nvPicPr>
          <p:cNvPr id="1026" name="Picture 2" descr="Rows of data center chi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860597"/>
            <a:ext cx="7112713" cy="4000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35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320" y="88054"/>
            <a:ext cx="10515600" cy="877467"/>
          </a:xfrm>
        </p:spPr>
        <p:txBody>
          <a:bodyPr>
            <a:normAutofit/>
          </a:bodyPr>
          <a:lstStyle/>
          <a:p>
            <a:pPr algn="ctr" rtl="1"/>
            <a:r>
              <a:rPr lang="he-IL" sz="4000" dirty="0" smtClean="0">
                <a:cs typeface="+mn-cs"/>
              </a:rPr>
              <a:t>איך לחבר את ספקי שרות האינטרנט - </a:t>
            </a:r>
            <a:r>
              <a:rPr lang="en-US" sz="4000" dirty="0" smtClean="0">
                <a:cs typeface="+mn-cs"/>
              </a:rPr>
              <a:t>ISP</a:t>
            </a:r>
            <a:endParaRPr lang="he-IL" sz="4000" dirty="0">
              <a:cs typeface="+mn-cs"/>
            </a:endParaRPr>
          </a:p>
        </p:txBody>
      </p:sp>
      <p:sp>
        <p:nvSpPr>
          <p:cNvPr id="118" name="Content Placeholder 2"/>
          <p:cNvSpPr>
            <a:spLocks noGrp="1"/>
          </p:cNvSpPr>
          <p:nvPr>
            <p:ph idx="1"/>
          </p:nvPr>
        </p:nvSpPr>
        <p:spPr>
          <a:xfrm>
            <a:off x="8776598" y="881896"/>
            <a:ext cx="3096344" cy="5781922"/>
          </a:xfrm>
        </p:spPr>
        <p:txBody>
          <a:bodyPr>
            <a:normAutofit/>
          </a:bodyPr>
          <a:lstStyle/>
          <a:p>
            <a:pPr algn="r" rtl="1"/>
            <a:r>
              <a:rPr lang="he-IL" sz="2400" dirty="0" smtClean="0"/>
              <a:t>משתמשי הקצה מחוברים לאינטרנט באמצעות ספקי שרות אינטרנט - </a:t>
            </a:r>
            <a:r>
              <a:rPr lang="en-US" sz="2400" dirty="0" smtClean="0"/>
              <a:t>ISP</a:t>
            </a:r>
            <a:endParaRPr lang="he-IL" sz="2400" dirty="0" smtClean="0"/>
          </a:p>
          <a:p>
            <a:pPr algn="r" rtl="1"/>
            <a:r>
              <a:rPr lang="he-IL" sz="2400" dirty="0" smtClean="0"/>
              <a:t>גם מרכזי הנתונים מחוברים ל- </a:t>
            </a:r>
            <a:r>
              <a:rPr lang="en-US" sz="2400" dirty="0" smtClean="0"/>
              <a:t>ISP</a:t>
            </a:r>
            <a:endParaRPr lang="he-IL" sz="2400" dirty="0" smtClean="0"/>
          </a:p>
          <a:p>
            <a:pPr algn="r" rtl="1"/>
            <a:r>
              <a:rPr lang="he-IL" sz="2400" dirty="0" smtClean="0">
                <a:solidFill>
                  <a:srgbClr val="FF0000"/>
                </a:solidFill>
              </a:rPr>
              <a:t>בעיה: </a:t>
            </a:r>
            <a:r>
              <a:rPr lang="he-IL" sz="2400" dirty="0" smtClean="0"/>
              <a:t>כדי שכל מחשב באינטרנט יוכל לגשת לכל מחשב, יש צורך לחבר את כל מיליוני ה- </a:t>
            </a:r>
            <a:r>
              <a:rPr lang="en-US" sz="2400" dirty="0" smtClean="0"/>
              <a:t>ISP</a:t>
            </a:r>
            <a:r>
              <a:rPr lang="he-IL" sz="2400" dirty="0" smtClean="0"/>
              <a:t> ביניהם</a:t>
            </a:r>
          </a:p>
          <a:p>
            <a:pPr algn="r" rtl="1"/>
            <a:r>
              <a:rPr lang="he-IL" sz="2400" dirty="0" smtClean="0"/>
              <a:t>זה דורש </a:t>
            </a:r>
            <a:r>
              <a:rPr lang="en-US" sz="2400" dirty="0" smtClean="0"/>
              <a:t>N</a:t>
            </a:r>
            <a:r>
              <a:rPr lang="en-US" sz="2400" baseline="30000" dirty="0" smtClean="0"/>
              <a:t>2</a:t>
            </a:r>
            <a:r>
              <a:rPr lang="he-IL" sz="2400" dirty="0" smtClean="0"/>
              <a:t> חיבורים!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72" y="2564904"/>
            <a:ext cx="8520540" cy="2808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9376" y="5661248"/>
            <a:ext cx="10277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(a) Fully interconnected network. </a:t>
            </a:r>
            <a:r>
              <a:rPr lang="en-US" sz="2400" dirty="0" smtClean="0"/>
              <a:t> (</a:t>
            </a:r>
            <a:r>
              <a:rPr lang="en-US" sz="2400" dirty="0"/>
              <a:t>b) Centralized </a:t>
            </a:r>
            <a:r>
              <a:rPr lang="en-US" sz="2400" dirty="0" smtClean="0"/>
              <a:t>switch.  (</a:t>
            </a:r>
            <a:r>
              <a:rPr lang="en-US" sz="2400" dirty="0"/>
              <a:t>c) Two-level hierarchy</a:t>
            </a:r>
          </a:p>
        </p:txBody>
      </p:sp>
    </p:spTree>
    <p:extLst>
      <p:ext uri="{BB962C8B-B14F-4D97-AF65-F5344CB8AC3E}">
        <p14:creationId xmlns:p14="http://schemas.microsoft.com/office/powerpoint/2010/main" val="224181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Oval 33">
            <a:extLst>
              <a:ext uri="{FF2B5EF4-FFF2-40B4-BE49-F238E27FC236}">
                <a16:creationId xmlns:a16="http://schemas.microsoft.com/office/drawing/2014/main" id="{91E82855-0703-4C4C-9B6A-21FE71AA74C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36610" y="3502029"/>
            <a:ext cx="1252537" cy="381000"/>
          </a:xfrm>
          <a:prstGeom prst="ellipse">
            <a:avLst/>
          </a:prstGeom>
          <a:solidFill>
            <a:srgbClr val="CCCCFF"/>
          </a:solidFill>
          <a:ln w="9525">
            <a:noFill/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804" name="Oval 3">
            <a:extLst>
              <a:ext uri="{FF2B5EF4-FFF2-40B4-BE49-F238E27FC236}">
                <a16:creationId xmlns:a16="http://schemas.microsoft.com/office/drawing/2014/main" id="{C1E39CEB-C65D-764B-966A-D7A25B075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422" y="2530215"/>
            <a:ext cx="3475038" cy="1381125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cxnSp>
        <p:nvCxnSpPr>
          <p:cNvPr id="805" name="Straight Connector 10">
            <a:extLst>
              <a:ext uri="{FF2B5EF4-FFF2-40B4-BE49-F238E27FC236}">
                <a16:creationId xmlns:a16="http://schemas.microsoft.com/office/drawing/2014/main" id="{93EBD03F-9A41-A545-84E9-9F7C7586256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14385" y="2773102"/>
            <a:ext cx="1146175" cy="730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6" name="Straight Connector 297">
            <a:extLst>
              <a:ext uri="{FF2B5EF4-FFF2-40B4-BE49-F238E27FC236}">
                <a16:creationId xmlns:a16="http://schemas.microsoft.com/office/drawing/2014/main" id="{7676F8BB-118B-B64A-92D8-85283640E5D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308110" y="3073140"/>
            <a:ext cx="130175" cy="8413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7" name="Straight Connector 298">
            <a:extLst>
              <a:ext uri="{FF2B5EF4-FFF2-40B4-BE49-F238E27FC236}">
                <a16:creationId xmlns:a16="http://schemas.microsoft.com/office/drawing/2014/main" id="{A2DEF96B-86EE-7144-BD4A-23065D792A9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92210" y="3277927"/>
            <a:ext cx="263525" cy="460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8" name="Straight Connector 299">
            <a:extLst>
              <a:ext uri="{FF2B5EF4-FFF2-40B4-BE49-F238E27FC236}">
                <a16:creationId xmlns:a16="http://schemas.microsoft.com/office/drawing/2014/main" id="{555BA90C-F55F-9A4F-9697-475AB212960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71535" y="3101715"/>
            <a:ext cx="209550" cy="10953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" name="Straight Connector 300">
            <a:extLst>
              <a:ext uri="{FF2B5EF4-FFF2-40B4-BE49-F238E27FC236}">
                <a16:creationId xmlns:a16="http://schemas.microsoft.com/office/drawing/2014/main" id="{06CA7B3A-E066-F645-A065-DE454C32D98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433397" y="3401752"/>
            <a:ext cx="222250" cy="984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0" name="Straight Connector 301">
            <a:extLst>
              <a:ext uri="{FF2B5EF4-FFF2-40B4-BE49-F238E27FC236}">
                <a16:creationId xmlns:a16="http://schemas.microsoft.com/office/drawing/2014/main" id="{BACA8AA4-CF1D-5F48-933F-B11117821D9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325572" y="3327140"/>
            <a:ext cx="273050" cy="2540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1" name="Straight Connector 302">
            <a:extLst>
              <a:ext uri="{FF2B5EF4-FFF2-40B4-BE49-F238E27FC236}">
                <a16:creationId xmlns:a16="http://schemas.microsoft.com/office/drawing/2014/main" id="{DCD16DCF-19C7-244F-A0A1-9DB175274AC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857385" y="3312852"/>
            <a:ext cx="387350" cy="1254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2" name="Straight Connector 303">
            <a:extLst>
              <a:ext uri="{FF2B5EF4-FFF2-40B4-BE49-F238E27FC236}">
                <a16:creationId xmlns:a16="http://schemas.microsoft.com/office/drawing/2014/main" id="{5D4D6C28-B196-BF48-A9D5-692E12992F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43097" y="2963602"/>
            <a:ext cx="307975" cy="1984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3" name="Straight Connector 304">
            <a:extLst>
              <a:ext uri="{FF2B5EF4-FFF2-40B4-BE49-F238E27FC236}">
                <a16:creationId xmlns:a16="http://schemas.microsoft.com/office/drawing/2014/main" id="{838A4044-BFFD-4A45-BC18-5752B084058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715972" y="2833427"/>
            <a:ext cx="246063" cy="873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4" name="TextBox 39958">
            <a:extLst>
              <a:ext uri="{FF2B5EF4-FFF2-40B4-BE49-F238E27FC236}">
                <a16:creationId xmlns:a16="http://schemas.microsoft.com/office/drawing/2014/main" id="{6F6B1677-D08C-6A47-B407-042662BB7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760" y="2874702"/>
            <a:ext cx="8066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ISP A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47996727-7119-574B-8617-ECC07818FEDD}"/>
              </a:ext>
            </a:extLst>
          </p:cNvPr>
          <p:cNvGrpSpPr/>
          <p:nvPr/>
        </p:nvGrpSpPr>
        <p:grpSpPr>
          <a:xfrm>
            <a:off x="3385897" y="3142604"/>
            <a:ext cx="541338" cy="223023"/>
            <a:chOff x="7493876" y="2774731"/>
            <a:chExt cx="1481958" cy="894622"/>
          </a:xfrm>
        </p:grpSpPr>
        <p:sp>
          <p:nvSpPr>
            <p:cNvPr id="1038" name="Freeform 1037">
              <a:extLst>
                <a:ext uri="{FF2B5EF4-FFF2-40B4-BE49-F238E27FC236}">
                  <a16:creationId xmlns:a16="http://schemas.microsoft.com/office/drawing/2014/main" id="{3EDFEF2E-E8B6-3841-B07D-9D0CA292425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EBF872C2-5DB2-1143-8057-32D36F4F7DE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40" name="Group 1039">
              <a:extLst>
                <a:ext uri="{FF2B5EF4-FFF2-40B4-BE49-F238E27FC236}">
                  <a16:creationId xmlns:a16="http://schemas.microsoft.com/office/drawing/2014/main" id="{E45C82B8-7745-8345-80DF-E1551574C0B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1" name="Freeform 1040">
                <a:extLst>
                  <a:ext uri="{FF2B5EF4-FFF2-40B4-BE49-F238E27FC236}">
                    <a16:creationId xmlns:a16="http://schemas.microsoft.com/office/drawing/2014/main" id="{AADF328D-9F75-D443-B009-78195511DE0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2" name="Freeform 1041">
                <a:extLst>
                  <a:ext uri="{FF2B5EF4-FFF2-40B4-BE49-F238E27FC236}">
                    <a16:creationId xmlns:a16="http://schemas.microsoft.com/office/drawing/2014/main" id="{CABE0F12-0414-E047-9D94-A57A4F3F8B1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3" name="Freeform 1042">
                <a:extLst>
                  <a:ext uri="{FF2B5EF4-FFF2-40B4-BE49-F238E27FC236}">
                    <a16:creationId xmlns:a16="http://schemas.microsoft.com/office/drawing/2014/main" id="{61DB4664-2DC3-D243-A319-728D82FDC84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4" name="Freeform 1043">
                <a:extLst>
                  <a:ext uri="{FF2B5EF4-FFF2-40B4-BE49-F238E27FC236}">
                    <a16:creationId xmlns:a16="http://schemas.microsoft.com/office/drawing/2014/main" id="{3A39F596-0CEB-FB44-8298-3CCA7A8E5D8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17" name="Group 816">
            <a:extLst>
              <a:ext uri="{FF2B5EF4-FFF2-40B4-BE49-F238E27FC236}">
                <a16:creationId xmlns:a16="http://schemas.microsoft.com/office/drawing/2014/main" id="{FF12777F-B030-4549-A7FC-82449D14AB56}"/>
              </a:ext>
            </a:extLst>
          </p:cNvPr>
          <p:cNvGrpSpPr/>
          <p:nvPr/>
        </p:nvGrpSpPr>
        <p:grpSpPr>
          <a:xfrm>
            <a:off x="2834314" y="2898128"/>
            <a:ext cx="541338" cy="223023"/>
            <a:chOff x="7493876" y="2774731"/>
            <a:chExt cx="1481958" cy="894622"/>
          </a:xfrm>
        </p:grpSpPr>
        <p:sp>
          <p:nvSpPr>
            <p:cNvPr id="1024" name="Freeform 1023">
              <a:extLst>
                <a:ext uri="{FF2B5EF4-FFF2-40B4-BE49-F238E27FC236}">
                  <a16:creationId xmlns:a16="http://schemas.microsoft.com/office/drawing/2014/main" id="{99010B44-64C2-AB4E-A534-5DD841F54CC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F609C7A8-5C64-1E46-89AE-A8782A6AB2A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26" name="Group 1025">
              <a:extLst>
                <a:ext uri="{FF2B5EF4-FFF2-40B4-BE49-F238E27FC236}">
                  <a16:creationId xmlns:a16="http://schemas.microsoft.com/office/drawing/2014/main" id="{467733F2-A942-984D-951B-4FC5E9704E1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7" name="Freeform 1026">
                <a:extLst>
                  <a:ext uri="{FF2B5EF4-FFF2-40B4-BE49-F238E27FC236}">
                    <a16:creationId xmlns:a16="http://schemas.microsoft.com/office/drawing/2014/main" id="{9C762EC2-20E2-E34D-BF85-6154BC77A20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8" name="Freeform 1027">
                <a:extLst>
                  <a:ext uri="{FF2B5EF4-FFF2-40B4-BE49-F238E27FC236}">
                    <a16:creationId xmlns:a16="http://schemas.microsoft.com/office/drawing/2014/main" id="{816CB66E-9C37-534A-85AC-84C51BA8D57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9" name="Freeform 1028">
                <a:extLst>
                  <a:ext uri="{FF2B5EF4-FFF2-40B4-BE49-F238E27FC236}">
                    <a16:creationId xmlns:a16="http://schemas.microsoft.com/office/drawing/2014/main" id="{E4DE6B81-6776-9B45-B52B-E80CB62D179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0" name="Freeform 1029">
                <a:extLst>
                  <a:ext uri="{FF2B5EF4-FFF2-40B4-BE49-F238E27FC236}">
                    <a16:creationId xmlns:a16="http://schemas.microsoft.com/office/drawing/2014/main" id="{EAF14958-EE5D-3742-8285-298B3270B75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18" name="Group 817">
            <a:extLst>
              <a:ext uri="{FF2B5EF4-FFF2-40B4-BE49-F238E27FC236}">
                <a16:creationId xmlns:a16="http://schemas.microsoft.com/office/drawing/2014/main" id="{1EC3981A-429A-8B48-A3A4-3F38950EE426}"/>
              </a:ext>
            </a:extLst>
          </p:cNvPr>
          <p:cNvGrpSpPr/>
          <p:nvPr/>
        </p:nvGrpSpPr>
        <p:grpSpPr>
          <a:xfrm>
            <a:off x="2578654" y="3199066"/>
            <a:ext cx="541338" cy="223023"/>
            <a:chOff x="7493876" y="2774731"/>
            <a:chExt cx="1481958" cy="894622"/>
          </a:xfrm>
        </p:grpSpPr>
        <p:sp>
          <p:nvSpPr>
            <p:cNvPr id="1017" name="Freeform 1016">
              <a:extLst>
                <a:ext uri="{FF2B5EF4-FFF2-40B4-BE49-F238E27FC236}">
                  <a16:creationId xmlns:a16="http://schemas.microsoft.com/office/drawing/2014/main" id="{4AD6CA35-9890-0743-96D1-73AC7E92080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18" name="Oval 1017">
              <a:extLst>
                <a:ext uri="{FF2B5EF4-FFF2-40B4-BE49-F238E27FC236}">
                  <a16:creationId xmlns:a16="http://schemas.microsoft.com/office/drawing/2014/main" id="{9C75BC85-7B77-844A-A090-98B72437D10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19" name="Group 1018">
              <a:extLst>
                <a:ext uri="{FF2B5EF4-FFF2-40B4-BE49-F238E27FC236}">
                  <a16:creationId xmlns:a16="http://schemas.microsoft.com/office/drawing/2014/main" id="{BB68491C-B2BC-5F4D-8E2D-9B5AF1FF975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0" name="Freeform 1019">
                <a:extLst>
                  <a:ext uri="{FF2B5EF4-FFF2-40B4-BE49-F238E27FC236}">
                    <a16:creationId xmlns:a16="http://schemas.microsoft.com/office/drawing/2014/main" id="{6A1C4FC8-1F5B-5C45-82B9-CE47B968AF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1" name="Freeform 1020">
                <a:extLst>
                  <a:ext uri="{FF2B5EF4-FFF2-40B4-BE49-F238E27FC236}">
                    <a16:creationId xmlns:a16="http://schemas.microsoft.com/office/drawing/2014/main" id="{726EAB2B-C360-BB43-9D51-609E86D205B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2" name="Freeform 1021">
                <a:extLst>
                  <a:ext uri="{FF2B5EF4-FFF2-40B4-BE49-F238E27FC236}">
                    <a16:creationId xmlns:a16="http://schemas.microsoft.com/office/drawing/2014/main" id="{6DC07A6D-089D-B644-A213-63263AEE673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3" name="Freeform 1022">
                <a:extLst>
                  <a:ext uri="{FF2B5EF4-FFF2-40B4-BE49-F238E27FC236}">
                    <a16:creationId xmlns:a16="http://schemas.microsoft.com/office/drawing/2014/main" id="{32E701D2-9EC5-3C41-9EF1-B1EDD98324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821" name="Oval 3">
            <a:extLst>
              <a:ext uri="{FF2B5EF4-FFF2-40B4-BE49-F238E27FC236}">
                <a16:creationId xmlns:a16="http://schemas.microsoft.com/office/drawing/2014/main" id="{175C21D2-17F4-1C48-AD8B-3CA2017D3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97" y="4008177"/>
            <a:ext cx="2941638" cy="1323975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cxnSp>
        <p:nvCxnSpPr>
          <p:cNvPr id="822" name="Straight Connector 10">
            <a:extLst>
              <a:ext uri="{FF2B5EF4-FFF2-40B4-BE49-F238E27FC236}">
                <a16:creationId xmlns:a16="http://schemas.microsoft.com/office/drawing/2014/main" id="{7DC3F383-B8A6-0D47-AA14-533688BAAE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312747" y="4241540"/>
            <a:ext cx="969963" cy="682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3" name="Straight Connector 297">
            <a:extLst>
              <a:ext uri="{FF2B5EF4-FFF2-40B4-BE49-F238E27FC236}">
                <a16:creationId xmlns:a16="http://schemas.microsoft.com/office/drawing/2014/main" id="{FA2FCD93-6174-FC43-97E3-B56BA29EFE9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15985" y="4528877"/>
            <a:ext cx="109537" cy="793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4" name="Straight Connector 298">
            <a:extLst>
              <a:ext uri="{FF2B5EF4-FFF2-40B4-BE49-F238E27FC236}">
                <a16:creationId xmlns:a16="http://schemas.microsoft.com/office/drawing/2014/main" id="{FBA241B7-1D0B-3446-B887-DF2A60562C6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33422" y="4724140"/>
            <a:ext cx="222250" cy="444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5" name="Straight Connector 299">
            <a:extLst>
              <a:ext uri="{FF2B5EF4-FFF2-40B4-BE49-F238E27FC236}">
                <a16:creationId xmlns:a16="http://schemas.microsoft.com/office/drawing/2014/main" id="{9EF281DF-1EAB-9642-86CE-67F25A55ACB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360372" y="4555865"/>
            <a:ext cx="177800" cy="1063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6" name="Straight Connector 300">
            <a:extLst>
              <a:ext uri="{FF2B5EF4-FFF2-40B4-BE49-F238E27FC236}">
                <a16:creationId xmlns:a16="http://schemas.microsoft.com/office/drawing/2014/main" id="{CF0B6ED5-64C1-F64C-B490-65D8887CD46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074622" y="4843202"/>
            <a:ext cx="188913" cy="952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7" name="Straight Connector 301">
            <a:extLst>
              <a:ext uri="{FF2B5EF4-FFF2-40B4-BE49-F238E27FC236}">
                <a16:creationId xmlns:a16="http://schemas.microsoft.com/office/drawing/2014/main" id="{6F25A2AA-9AAF-7545-A621-843340E23A8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30272" y="4771765"/>
            <a:ext cx="231775" cy="244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8" name="Straight Connector 302">
            <a:extLst>
              <a:ext uri="{FF2B5EF4-FFF2-40B4-BE49-F238E27FC236}">
                <a16:creationId xmlns:a16="http://schemas.microsoft.com/office/drawing/2014/main" id="{A85DF839-8C92-7C4C-9E4F-95253E4F64D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281122" y="4759065"/>
            <a:ext cx="327025" cy="1190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9" name="Straight Connector 303">
            <a:extLst>
              <a:ext uri="{FF2B5EF4-FFF2-40B4-BE49-F238E27FC236}">
                <a16:creationId xmlns:a16="http://schemas.microsoft.com/office/drawing/2014/main" id="{F434154C-8D83-9441-B097-3BBC275FD9C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68422" y="4424102"/>
            <a:ext cx="260350" cy="18891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0" name="Straight Connector 304">
            <a:extLst>
              <a:ext uri="{FF2B5EF4-FFF2-40B4-BE49-F238E27FC236}">
                <a16:creationId xmlns:a16="http://schemas.microsoft.com/office/drawing/2014/main" id="{B524947B-DB9F-7D40-A706-4C17DE2A501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314335" y="4298690"/>
            <a:ext cx="207962" cy="8413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1" name="TextBox 39958">
            <a:extLst>
              <a:ext uri="{FF2B5EF4-FFF2-40B4-BE49-F238E27FC236}">
                <a16:creationId xmlns:a16="http://schemas.microsoft.com/office/drawing/2014/main" id="{E2B94A9A-0F9D-2848-A0CF-4BF11CF94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635" y="4338377"/>
            <a:ext cx="7889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ISP C</a:t>
            </a:r>
          </a:p>
        </p:txBody>
      </p:sp>
      <p:sp>
        <p:nvSpPr>
          <p:cNvPr id="832" name="Oval 3">
            <a:extLst>
              <a:ext uri="{FF2B5EF4-FFF2-40B4-BE49-F238E27FC236}">
                <a16:creationId xmlns:a16="http://schemas.microsoft.com/office/drawing/2014/main" id="{A702DE6F-D4A0-8F44-AA63-D6E15375C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735" y="3454140"/>
            <a:ext cx="3219450" cy="1343025"/>
          </a:xfrm>
          <a:prstGeom prst="ellipse">
            <a:avLst/>
          </a:prstGeom>
          <a:solidFill>
            <a:srgbClr val="3C6CDF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cxnSp>
        <p:nvCxnSpPr>
          <p:cNvPr id="833" name="Straight Connector 10">
            <a:extLst>
              <a:ext uri="{FF2B5EF4-FFF2-40B4-BE49-F238E27FC236}">
                <a16:creationId xmlns:a16="http://schemas.microsoft.com/office/drawing/2014/main" id="{3F8196DF-0888-8E49-98D7-DA224C7BE9E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05210" y="3690677"/>
            <a:ext cx="1062037" cy="698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4" name="Straight Connector 297">
            <a:extLst>
              <a:ext uri="{FF2B5EF4-FFF2-40B4-BE49-F238E27FC236}">
                <a16:creationId xmlns:a16="http://schemas.microsoft.com/office/drawing/2014/main" id="{1B258AC6-D04D-9E42-938E-20E66E8095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56072" y="3981190"/>
            <a:ext cx="120650" cy="825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5" name="Straight Connector 298">
            <a:extLst>
              <a:ext uri="{FF2B5EF4-FFF2-40B4-BE49-F238E27FC236}">
                <a16:creationId xmlns:a16="http://schemas.microsoft.com/office/drawing/2014/main" id="{413995ED-2F60-8B4D-8D7F-93AD98A893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856047" y="4181215"/>
            <a:ext cx="242888" cy="444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6" name="Straight Connector 299">
            <a:extLst>
              <a:ext uri="{FF2B5EF4-FFF2-40B4-BE49-F238E27FC236}">
                <a16:creationId xmlns:a16="http://schemas.microsoft.com/office/drawing/2014/main" id="{25EF67BD-6045-D34A-B976-7E209CEE56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57597" y="4009765"/>
            <a:ext cx="195263" cy="1063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7" name="Straight Connector 300">
            <a:extLst>
              <a:ext uri="{FF2B5EF4-FFF2-40B4-BE49-F238E27FC236}">
                <a16:creationId xmlns:a16="http://schemas.microsoft.com/office/drawing/2014/main" id="{36B4AB57-694E-3A49-B3F1-69CBFBA7E4F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44860" y="4301865"/>
            <a:ext cx="206375" cy="952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8" name="Straight Connector 301">
            <a:extLst>
              <a:ext uri="{FF2B5EF4-FFF2-40B4-BE49-F238E27FC236}">
                <a16:creationId xmlns:a16="http://schemas.microsoft.com/office/drawing/2014/main" id="{327866EC-442B-E449-A507-1ADB289760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071947" y="4228840"/>
            <a:ext cx="254000" cy="2476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9" name="Straight Connector 302">
            <a:extLst>
              <a:ext uri="{FF2B5EF4-FFF2-40B4-BE49-F238E27FC236}">
                <a16:creationId xmlns:a16="http://schemas.microsoft.com/office/drawing/2014/main" id="{0B9882C7-E94F-0A47-A7DE-70A6E795938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35497" y="4208202"/>
            <a:ext cx="358775" cy="1206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" name="Straight Connector 303">
            <a:extLst>
              <a:ext uri="{FF2B5EF4-FFF2-40B4-BE49-F238E27FC236}">
                <a16:creationId xmlns:a16="http://schemas.microsoft.com/office/drawing/2014/main" id="{07F3D5AB-917A-3646-B73E-0784162E7E1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51372" y="3874827"/>
            <a:ext cx="285750" cy="1920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1" name="Straight Connector 304">
            <a:extLst>
              <a:ext uri="{FF2B5EF4-FFF2-40B4-BE49-F238E27FC236}">
                <a16:creationId xmlns:a16="http://schemas.microsoft.com/office/drawing/2014/main" id="{7EE99713-0073-4441-B515-ACBBCD81E0FB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506797" y="3747827"/>
            <a:ext cx="227013" cy="857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2" name="TextBox 39958">
            <a:extLst>
              <a:ext uri="{FF2B5EF4-FFF2-40B4-BE49-F238E27FC236}">
                <a16:creationId xmlns:a16="http://schemas.microsoft.com/office/drawing/2014/main" id="{9B066AAE-482E-0B40-BE56-8CA807403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0960" y="3787515"/>
            <a:ext cx="7954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ISP B</a:t>
            </a:r>
          </a:p>
        </p:txBody>
      </p:sp>
      <p:cxnSp>
        <p:nvCxnSpPr>
          <p:cNvPr id="843" name="Straight Connector 12">
            <a:extLst>
              <a:ext uri="{FF2B5EF4-FFF2-40B4-BE49-F238E27FC236}">
                <a16:creationId xmlns:a16="http://schemas.microsoft.com/office/drawing/2014/main" id="{F300F1C8-847A-BE41-8774-57B1DCD8D5D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39710" y="2414327"/>
            <a:ext cx="238125" cy="2619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6" name="Straight Connector 502">
            <a:extLst>
              <a:ext uri="{FF2B5EF4-FFF2-40B4-BE49-F238E27FC236}">
                <a16:creationId xmlns:a16="http://schemas.microsoft.com/office/drawing/2014/main" id="{3F67B9C4-4FEC-1240-9C01-EB8A6EE3CD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673235" y="2215890"/>
            <a:ext cx="307975" cy="5730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7" name="Straight Connector 503">
            <a:extLst>
              <a:ext uri="{FF2B5EF4-FFF2-40B4-BE49-F238E27FC236}">
                <a16:creationId xmlns:a16="http://schemas.microsoft.com/office/drawing/2014/main" id="{545AD480-9636-0E4B-B4B9-9B4ADC620A0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82822" y="2193665"/>
            <a:ext cx="384175" cy="5794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8" name="Straight Connector 504">
            <a:extLst>
              <a:ext uri="{FF2B5EF4-FFF2-40B4-BE49-F238E27FC236}">
                <a16:creationId xmlns:a16="http://schemas.microsoft.com/office/drawing/2014/main" id="{71581065-B12B-1A4E-BE8D-55FA0FB772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27560" y="2704840"/>
            <a:ext cx="215900" cy="10461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9" name="Straight Connector 505">
            <a:extLst>
              <a:ext uri="{FF2B5EF4-FFF2-40B4-BE49-F238E27FC236}">
                <a16:creationId xmlns:a16="http://schemas.microsoft.com/office/drawing/2014/main" id="{73C31C58-B4CF-814A-A3FD-55A6563CEF4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94272" y="3055677"/>
            <a:ext cx="241300" cy="692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0" name="Straight Connector 507">
            <a:extLst>
              <a:ext uri="{FF2B5EF4-FFF2-40B4-BE49-F238E27FC236}">
                <a16:creationId xmlns:a16="http://schemas.microsoft.com/office/drawing/2014/main" id="{EC7E8528-0B6D-CF4D-8A94-85AA80C4CC8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211772" y="4378065"/>
            <a:ext cx="796925" cy="614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4" name="Straight Connector 512">
            <a:extLst>
              <a:ext uri="{FF2B5EF4-FFF2-40B4-BE49-F238E27FC236}">
                <a16:creationId xmlns:a16="http://schemas.microsoft.com/office/drawing/2014/main" id="{3894D9DF-7CD2-5E46-A639-24D288F833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547572" y="4965440"/>
            <a:ext cx="401638" cy="209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5" name="Straight Connector 513">
            <a:extLst>
              <a:ext uri="{FF2B5EF4-FFF2-40B4-BE49-F238E27FC236}">
                <a16:creationId xmlns:a16="http://schemas.microsoft.com/office/drawing/2014/main" id="{89BD6F64-A1F9-A841-8EE8-ACECF372CCC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41172" y="4822565"/>
            <a:ext cx="450850" cy="1158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7" name="Straight Connector 508">
            <a:extLst>
              <a:ext uri="{FF2B5EF4-FFF2-40B4-BE49-F238E27FC236}">
                <a16:creationId xmlns:a16="http://schemas.microsoft.com/office/drawing/2014/main" id="{CBDBB96A-3635-3D49-964A-A9C290E5CAD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252922" y="4527290"/>
            <a:ext cx="1047750" cy="9667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8" name="Straight Connector 506">
            <a:extLst>
              <a:ext uri="{FF2B5EF4-FFF2-40B4-BE49-F238E27FC236}">
                <a16:creationId xmlns:a16="http://schemas.microsoft.com/office/drawing/2014/main" id="{AA94DB72-B450-7842-B04E-DCFB91821FC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322897" y="4116127"/>
            <a:ext cx="541338" cy="249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59" name="Group 858">
            <a:extLst>
              <a:ext uri="{FF2B5EF4-FFF2-40B4-BE49-F238E27FC236}">
                <a16:creationId xmlns:a16="http://schemas.microsoft.com/office/drawing/2014/main" id="{90216148-AEBB-D045-BC04-2476960CEEA7}"/>
              </a:ext>
            </a:extLst>
          </p:cNvPr>
          <p:cNvGrpSpPr/>
          <p:nvPr/>
        </p:nvGrpSpPr>
        <p:grpSpPr>
          <a:xfrm>
            <a:off x="3798647" y="2755253"/>
            <a:ext cx="541338" cy="223023"/>
            <a:chOff x="7493876" y="2774731"/>
            <a:chExt cx="1481958" cy="894622"/>
          </a:xfrm>
        </p:grpSpPr>
        <p:sp>
          <p:nvSpPr>
            <p:cNvPr id="996" name="Freeform 995">
              <a:extLst>
                <a:ext uri="{FF2B5EF4-FFF2-40B4-BE49-F238E27FC236}">
                  <a16:creationId xmlns:a16="http://schemas.microsoft.com/office/drawing/2014/main" id="{7C739FBE-036D-994B-85E2-4440DD53038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97" name="Oval 996">
              <a:extLst>
                <a:ext uri="{FF2B5EF4-FFF2-40B4-BE49-F238E27FC236}">
                  <a16:creationId xmlns:a16="http://schemas.microsoft.com/office/drawing/2014/main" id="{33BC4048-43F2-884D-8016-9AF95DABE2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98" name="Group 997">
              <a:extLst>
                <a:ext uri="{FF2B5EF4-FFF2-40B4-BE49-F238E27FC236}">
                  <a16:creationId xmlns:a16="http://schemas.microsoft.com/office/drawing/2014/main" id="{130BCC6D-B09E-1C41-A8CF-04A2A963826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9" name="Freeform 998">
                <a:extLst>
                  <a:ext uri="{FF2B5EF4-FFF2-40B4-BE49-F238E27FC236}">
                    <a16:creationId xmlns:a16="http://schemas.microsoft.com/office/drawing/2014/main" id="{0FA93124-8744-5D4F-9E8A-8660696E5B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0" name="Freeform 999">
                <a:extLst>
                  <a:ext uri="{FF2B5EF4-FFF2-40B4-BE49-F238E27FC236}">
                    <a16:creationId xmlns:a16="http://schemas.microsoft.com/office/drawing/2014/main" id="{17571ADC-29EF-004D-A61B-676F21C86B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1" name="Freeform 1000">
                <a:extLst>
                  <a:ext uri="{FF2B5EF4-FFF2-40B4-BE49-F238E27FC236}">
                    <a16:creationId xmlns:a16="http://schemas.microsoft.com/office/drawing/2014/main" id="{36F070DE-197E-7F4B-AA78-582124C37FA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2" name="Freeform 1001">
                <a:extLst>
                  <a:ext uri="{FF2B5EF4-FFF2-40B4-BE49-F238E27FC236}">
                    <a16:creationId xmlns:a16="http://schemas.microsoft.com/office/drawing/2014/main" id="{3B0B317D-7F53-E348-81C1-4EE7DBCD590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0" name="Group 859">
            <a:extLst>
              <a:ext uri="{FF2B5EF4-FFF2-40B4-BE49-F238E27FC236}">
                <a16:creationId xmlns:a16="http://schemas.microsoft.com/office/drawing/2014/main" id="{7C41A419-299B-7A4A-A2A5-F2262956EE0F}"/>
              </a:ext>
            </a:extLst>
          </p:cNvPr>
          <p:cNvGrpSpPr/>
          <p:nvPr/>
        </p:nvGrpSpPr>
        <p:grpSpPr>
          <a:xfrm>
            <a:off x="2227894" y="2655627"/>
            <a:ext cx="541338" cy="223023"/>
            <a:chOff x="7493876" y="2774731"/>
            <a:chExt cx="1481958" cy="894622"/>
          </a:xfrm>
        </p:grpSpPr>
        <p:sp>
          <p:nvSpPr>
            <p:cNvPr id="989" name="Freeform 988">
              <a:extLst>
                <a:ext uri="{FF2B5EF4-FFF2-40B4-BE49-F238E27FC236}">
                  <a16:creationId xmlns:a16="http://schemas.microsoft.com/office/drawing/2014/main" id="{E9155573-B861-144A-AA4A-0F52588679C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90" name="Oval 989">
              <a:extLst>
                <a:ext uri="{FF2B5EF4-FFF2-40B4-BE49-F238E27FC236}">
                  <a16:creationId xmlns:a16="http://schemas.microsoft.com/office/drawing/2014/main" id="{4F83F884-BBF3-CA40-927E-3CE279B6EDF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91" name="Group 990">
              <a:extLst>
                <a:ext uri="{FF2B5EF4-FFF2-40B4-BE49-F238E27FC236}">
                  <a16:creationId xmlns:a16="http://schemas.microsoft.com/office/drawing/2014/main" id="{0753217D-6DD5-164C-ADEE-1458B0AC16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92" name="Freeform 991">
                <a:extLst>
                  <a:ext uri="{FF2B5EF4-FFF2-40B4-BE49-F238E27FC236}">
                    <a16:creationId xmlns:a16="http://schemas.microsoft.com/office/drawing/2014/main" id="{B8A25917-7DC6-5444-9682-410BA073678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3" name="Freeform 992">
                <a:extLst>
                  <a:ext uri="{FF2B5EF4-FFF2-40B4-BE49-F238E27FC236}">
                    <a16:creationId xmlns:a16="http://schemas.microsoft.com/office/drawing/2014/main" id="{CABFF5B5-945B-6C4A-890D-ACDA82006C6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4" name="Freeform 993">
                <a:extLst>
                  <a:ext uri="{FF2B5EF4-FFF2-40B4-BE49-F238E27FC236}">
                    <a16:creationId xmlns:a16="http://schemas.microsoft.com/office/drawing/2014/main" id="{8AB92421-736D-4A47-8B5A-1ACC7756D5A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5" name="Freeform 994">
                <a:extLst>
                  <a:ext uri="{FF2B5EF4-FFF2-40B4-BE49-F238E27FC236}">
                    <a16:creationId xmlns:a16="http://schemas.microsoft.com/office/drawing/2014/main" id="{F3DCCAE7-3191-354E-90E8-A6C735BF93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493E10B9-C866-154D-940F-1FA669A54572}"/>
              </a:ext>
            </a:extLst>
          </p:cNvPr>
          <p:cNvGrpSpPr/>
          <p:nvPr/>
        </p:nvGrpSpPr>
        <p:grpSpPr>
          <a:xfrm>
            <a:off x="6788703" y="4248868"/>
            <a:ext cx="541338" cy="223023"/>
            <a:chOff x="7493876" y="2774731"/>
            <a:chExt cx="1481958" cy="894622"/>
          </a:xfrm>
        </p:grpSpPr>
        <p:sp>
          <p:nvSpPr>
            <p:cNvPr id="968" name="Freeform 967">
              <a:extLst>
                <a:ext uri="{FF2B5EF4-FFF2-40B4-BE49-F238E27FC236}">
                  <a16:creationId xmlns:a16="http://schemas.microsoft.com/office/drawing/2014/main" id="{BF32E820-0FBE-E847-8B3C-9F2876D92E5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69" name="Oval 968">
              <a:extLst>
                <a:ext uri="{FF2B5EF4-FFF2-40B4-BE49-F238E27FC236}">
                  <a16:creationId xmlns:a16="http://schemas.microsoft.com/office/drawing/2014/main" id="{B3A55633-56F4-AC42-945D-1875A96B677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70" name="Group 969">
              <a:extLst>
                <a:ext uri="{FF2B5EF4-FFF2-40B4-BE49-F238E27FC236}">
                  <a16:creationId xmlns:a16="http://schemas.microsoft.com/office/drawing/2014/main" id="{E4AB8815-1B1F-544F-9602-FE11A09FB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1" name="Freeform 970">
                <a:extLst>
                  <a:ext uri="{FF2B5EF4-FFF2-40B4-BE49-F238E27FC236}">
                    <a16:creationId xmlns:a16="http://schemas.microsoft.com/office/drawing/2014/main" id="{25FA3B90-FE77-9D46-BA40-38A873C159B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2" name="Freeform 971">
                <a:extLst>
                  <a:ext uri="{FF2B5EF4-FFF2-40B4-BE49-F238E27FC236}">
                    <a16:creationId xmlns:a16="http://schemas.microsoft.com/office/drawing/2014/main" id="{0F8E8660-4197-E24F-B9E2-EFC996926F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3" name="Freeform 972">
                <a:extLst>
                  <a:ext uri="{FF2B5EF4-FFF2-40B4-BE49-F238E27FC236}">
                    <a16:creationId xmlns:a16="http://schemas.microsoft.com/office/drawing/2014/main" id="{640090A1-376A-5A4C-8EBA-6CB5B79BB44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4" name="Freeform 973">
                <a:extLst>
                  <a:ext uri="{FF2B5EF4-FFF2-40B4-BE49-F238E27FC236}">
                    <a16:creationId xmlns:a16="http://schemas.microsoft.com/office/drawing/2014/main" id="{95591564-5458-114D-85FD-A7003062250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4" name="Group 863">
            <a:extLst>
              <a:ext uri="{FF2B5EF4-FFF2-40B4-BE49-F238E27FC236}">
                <a16:creationId xmlns:a16="http://schemas.microsoft.com/office/drawing/2014/main" id="{614BEF92-8E4F-D346-A4B6-7E2EA0C9DE59}"/>
              </a:ext>
            </a:extLst>
          </p:cNvPr>
          <p:cNvGrpSpPr/>
          <p:nvPr/>
        </p:nvGrpSpPr>
        <p:grpSpPr>
          <a:xfrm>
            <a:off x="6075695" y="4026047"/>
            <a:ext cx="541338" cy="223023"/>
            <a:chOff x="7493876" y="2774731"/>
            <a:chExt cx="1481958" cy="894622"/>
          </a:xfrm>
        </p:grpSpPr>
        <p:sp>
          <p:nvSpPr>
            <p:cNvPr id="961" name="Freeform 960">
              <a:extLst>
                <a:ext uri="{FF2B5EF4-FFF2-40B4-BE49-F238E27FC236}">
                  <a16:creationId xmlns:a16="http://schemas.microsoft.com/office/drawing/2014/main" id="{8EF1D860-B711-3743-A475-0C6DB2BAB38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62" name="Oval 961">
              <a:extLst>
                <a:ext uri="{FF2B5EF4-FFF2-40B4-BE49-F238E27FC236}">
                  <a16:creationId xmlns:a16="http://schemas.microsoft.com/office/drawing/2014/main" id="{37A0AB5E-D9CC-724B-855A-A8218863578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63" name="Group 962">
              <a:extLst>
                <a:ext uri="{FF2B5EF4-FFF2-40B4-BE49-F238E27FC236}">
                  <a16:creationId xmlns:a16="http://schemas.microsoft.com/office/drawing/2014/main" id="{8F6005C9-9B60-8748-86C0-D3E6A08036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4" name="Freeform 963">
                <a:extLst>
                  <a:ext uri="{FF2B5EF4-FFF2-40B4-BE49-F238E27FC236}">
                    <a16:creationId xmlns:a16="http://schemas.microsoft.com/office/drawing/2014/main" id="{DE0F8D72-5786-D54F-93E4-C3C9C541595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5" name="Freeform 964">
                <a:extLst>
                  <a:ext uri="{FF2B5EF4-FFF2-40B4-BE49-F238E27FC236}">
                    <a16:creationId xmlns:a16="http://schemas.microsoft.com/office/drawing/2014/main" id="{5464F08B-BD83-8A44-BBFA-F4EE1966C45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6" name="Freeform 965">
                <a:extLst>
                  <a:ext uri="{FF2B5EF4-FFF2-40B4-BE49-F238E27FC236}">
                    <a16:creationId xmlns:a16="http://schemas.microsoft.com/office/drawing/2014/main" id="{09ECF1C0-ACB1-8540-969F-7EA711FE8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7" name="Freeform 966">
                <a:extLst>
                  <a:ext uri="{FF2B5EF4-FFF2-40B4-BE49-F238E27FC236}">
                    <a16:creationId xmlns:a16="http://schemas.microsoft.com/office/drawing/2014/main" id="{F98EB79D-440D-CA4F-A9C3-BD9212D3EDD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5" name="Group 864">
            <a:extLst>
              <a:ext uri="{FF2B5EF4-FFF2-40B4-BE49-F238E27FC236}">
                <a16:creationId xmlns:a16="http://schemas.microsoft.com/office/drawing/2014/main" id="{B7E7D103-F268-674F-B3C3-92EA88673276}"/>
              </a:ext>
            </a:extLst>
          </p:cNvPr>
          <p:cNvGrpSpPr/>
          <p:nvPr/>
        </p:nvGrpSpPr>
        <p:grpSpPr>
          <a:xfrm>
            <a:off x="5585378" y="3806993"/>
            <a:ext cx="541338" cy="223023"/>
            <a:chOff x="7493876" y="2774731"/>
            <a:chExt cx="1481958" cy="894622"/>
          </a:xfrm>
        </p:grpSpPr>
        <p:sp>
          <p:nvSpPr>
            <p:cNvPr id="954" name="Freeform 953">
              <a:extLst>
                <a:ext uri="{FF2B5EF4-FFF2-40B4-BE49-F238E27FC236}">
                  <a16:creationId xmlns:a16="http://schemas.microsoft.com/office/drawing/2014/main" id="{EB728D85-B436-E54F-874C-34B0042A866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946A835F-BA3F-764B-B186-F72E0110BE6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56" name="Group 955">
              <a:extLst>
                <a:ext uri="{FF2B5EF4-FFF2-40B4-BE49-F238E27FC236}">
                  <a16:creationId xmlns:a16="http://schemas.microsoft.com/office/drawing/2014/main" id="{BE4F084A-E9A5-3044-A2FF-F78EBF4D712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7" name="Freeform 956">
                <a:extLst>
                  <a:ext uri="{FF2B5EF4-FFF2-40B4-BE49-F238E27FC236}">
                    <a16:creationId xmlns:a16="http://schemas.microsoft.com/office/drawing/2014/main" id="{3731CD43-1F76-FC4C-B577-47908AE83FD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8" name="Freeform 957">
                <a:extLst>
                  <a:ext uri="{FF2B5EF4-FFF2-40B4-BE49-F238E27FC236}">
                    <a16:creationId xmlns:a16="http://schemas.microsoft.com/office/drawing/2014/main" id="{E5922D92-CE3B-F444-BBBB-094EE443F8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9" name="Freeform 958">
                <a:extLst>
                  <a:ext uri="{FF2B5EF4-FFF2-40B4-BE49-F238E27FC236}">
                    <a16:creationId xmlns:a16="http://schemas.microsoft.com/office/drawing/2014/main" id="{FFCCE373-6CD7-CF42-892E-CA621687B58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0" name="Freeform 959">
                <a:extLst>
                  <a:ext uri="{FF2B5EF4-FFF2-40B4-BE49-F238E27FC236}">
                    <a16:creationId xmlns:a16="http://schemas.microsoft.com/office/drawing/2014/main" id="{E3119A7D-B722-F548-9954-AA327EFAED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6" name="Group 865">
            <a:extLst>
              <a:ext uri="{FF2B5EF4-FFF2-40B4-BE49-F238E27FC236}">
                <a16:creationId xmlns:a16="http://schemas.microsoft.com/office/drawing/2014/main" id="{25847F9D-CFF7-5643-B6B5-34AC8A619763}"/>
              </a:ext>
            </a:extLst>
          </p:cNvPr>
          <p:cNvGrpSpPr/>
          <p:nvPr/>
        </p:nvGrpSpPr>
        <p:grpSpPr>
          <a:xfrm>
            <a:off x="5329638" y="4114153"/>
            <a:ext cx="541338" cy="223023"/>
            <a:chOff x="7493876" y="2774731"/>
            <a:chExt cx="1481958" cy="894622"/>
          </a:xfrm>
        </p:grpSpPr>
        <p:sp>
          <p:nvSpPr>
            <p:cNvPr id="947" name="Freeform 946">
              <a:extLst>
                <a:ext uri="{FF2B5EF4-FFF2-40B4-BE49-F238E27FC236}">
                  <a16:creationId xmlns:a16="http://schemas.microsoft.com/office/drawing/2014/main" id="{4A82214C-8C1F-BB49-8FC4-CFEE6481F4E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C6DB8AC9-820A-504A-9670-7CEE5BB4E00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49" name="Group 948">
              <a:extLst>
                <a:ext uri="{FF2B5EF4-FFF2-40B4-BE49-F238E27FC236}">
                  <a16:creationId xmlns:a16="http://schemas.microsoft.com/office/drawing/2014/main" id="{A0C3804C-D799-0B4C-89DF-FC0B44C2096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50" name="Freeform 949">
                <a:extLst>
                  <a:ext uri="{FF2B5EF4-FFF2-40B4-BE49-F238E27FC236}">
                    <a16:creationId xmlns:a16="http://schemas.microsoft.com/office/drawing/2014/main" id="{00F71241-1388-C540-9F11-AA43DC1BD9C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1" name="Freeform 950">
                <a:extLst>
                  <a:ext uri="{FF2B5EF4-FFF2-40B4-BE49-F238E27FC236}">
                    <a16:creationId xmlns:a16="http://schemas.microsoft.com/office/drawing/2014/main" id="{B892CC6B-D497-9946-B2FE-18A16FA7524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2" name="Freeform 951">
                <a:extLst>
                  <a:ext uri="{FF2B5EF4-FFF2-40B4-BE49-F238E27FC236}">
                    <a16:creationId xmlns:a16="http://schemas.microsoft.com/office/drawing/2014/main" id="{DAA7BCA0-C4BF-774A-9DB8-B5D24C8A02E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3" name="Freeform 952">
                <a:extLst>
                  <a:ext uri="{FF2B5EF4-FFF2-40B4-BE49-F238E27FC236}">
                    <a16:creationId xmlns:a16="http://schemas.microsoft.com/office/drawing/2014/main" id="{7D6DF0F5-5284-2048-85DC-C4B7C1D0C8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C54AB713-5B88-EF45-B0D1-C4B00F726693}"/>
              </a:ext>
            </a:extLst>
          </p:cNvPr>
          <p:cNvGrpSpPr/>
          <p:nvPr/>
        </p:nvGrpSpPr>
        <p:grpSpPr>
          <a:xfrm>
            <a:off x="2346108" y="4378879"/>
            <a:ext cx="541338" cy="223023"/>
            <a:chOff x="7493876" y="2774731"/>
            <a:chExt cx="1481958" cy="894622"/>
          </a:xfrm>
        </p:grpSpPr>
        <p:sp>
          <p:nvSpPr>
            <p:cNvPr id="898" name="Freeform 897">
              <a:extLst>
                <a:ext uri="{FF2B5EF4-FFF2-40B4-BE49-F238E27FC236}">
                  <a16:creationId xmlns:a16="http://schemas.microsoft.com/office/drawing/2014/main" id="{DFDAEE8A-153F-F148-ACED-DCB6523146D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99" name="Oval 898">
              <a:extLst>
                <a:ext uri="{FF2B5EF4-FFF2-40B4-BE49-F238E27FC236}">
                  <a16:creationId xmlns:a16="http://schemas.microsoft.com/office/drawing/2014/main" id="{12E9968E-6A5D-1D49-87AD-9360D941AF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00" name="Group 899">
              <a:extLst>
                <a:ext uri="{FF2B5EF4-FFF2-40B4-BE49-F238E27FC236}">
                  <a16:creationId xmlns:a16="http://schemas.microsoft.com/office/drawing/2014/main" id="{C96DB30C-CB79-ED4D-990A-79FB83582D7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1" name="Freeform 900">
                <a:extLst>
                  <a:ext uri="{FF2B5EF4-FFF2-40B4-BE49-F238E27FC236}">
                    <a16:creationId xmlns:a16="http://schemas.microsoft.com/office/drawing/2014/main" id="{2A2BB217-A5F6-F142-B4CF-398F9DAFFC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2" name="Freeform 901">
                <a:extLst>
                  <a:ext uri="{FF2B5EF4-FFF2-40B4-BE49-F238E27FC236}">
                    <a16:creationId xmlns:a16="http://schemas.microsoft.com/office/drawing/2014/main" id="{098B3B92-C926-1C43-A24C-B12286D823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3" name="Freeform 902">
                <a:extLst>
                  <a:ext uri="{FF2B5EF4-FFF2-40B4-BE49-F238E27FC236}">
                    <a16:creationId xmlns:a16="http://schemas.microsoft.com/office/drawing/2014/main" id="{7A699073-99D7-F145-AF5D-6000D9E789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4" name="Freeform 903">
                <a:extLst>
                  <a:ext uri="{FF2B5EF4-FFF2-40B4-BE49-F238E27FC236}">
                    <a16:creationId xmlns:a16="http://schemas.microsoft.com/office/drawing/2014/main" id="{9DF6CA8B-C8D2-0649-92B0-D39407735BD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4" name="Group 873">
            <a:extLst>
              <a:ext uri="{FF2B5EF4-FFF2-40B4-BE49-F238E27FC236}">
                <a16:creationId xmlns:a16="http://schemas.microsoft.com/office/drawing/2014/main" id="{BB4F8064-75E6-4148-A080-7FE6F41A0BDD}"/>
              </a:ext>
            </a:extLst>
          </p:cNvPr>
          <p:cNvGrpSpPr/>
          <p:nvPr/>
        </p:nvGrpSpPr>
        <p:grpSpPr>
          <a:xfrm>
            <a:off x="2106768" y="4650269"/>
            <a:ext cx="541338" cy="223023"/>
            <a:chOff x="7493876" y="2774731"/>
            <a:chExt cx="1481958" cy="894622"/>
          </a:xfrm>
        </p:grpSpPr>
        <p:sp>
          <p:nvSpPr>
            <p:cNvPr id="891" name="Freeform 890">
              <a:extLst>
                <a:ext uri="{FF2B5EF4-FFF2-40B4-BE49-F238E27FC236}">
                  <a16:creationId xmlns:a16="http://schemas.microsoft.com/office/drawing/2014/main" id="{3450A9CF-C953-C045-9C98-C67E566E1D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1C10C7D2-78B6-5244-AEDC-999C61D0E17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93" name="Group 892">
              <a:extLst>
                <a:ext uri="{FF2B5EF4-FFF2-40B4-BE49-F238E27FC236}">
                  <a16:creationId xmlns:a16="http://schemas.microsoft.com/office/drawing/2014/main" id="{C348A6F0-8B18-E549-942A-B4BA0E4351C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4" name="Freeform 893">
                <a:extLst>
                  <a:ext uri="{FF2B5EF4-FFF2-40B4-BE49-F238E27FC236}">
                    <a16:creationId xmlns:a16="http://schemas.microsoft.com/office/drawing/2014/main" id="{50BF416E-5E10-9E42-BF67-C438CBDE37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5" name="Freeform 894">
                <a:extLst>
                  <a:ext uri="{FF2B5EF4-FFF2-40B4-BE49-F238E27FC236}">
                    <a16:creationId xmlns:a16="http://schemas.microsoft.com/office/drawing/2014/main" id="{301F7374-9853-7146-9A47-25C0E0339C1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6" name="Freeform 895">
                <a:extLst>
                  <a:ext uri="{FF2B5EF4-FFF2-40B4-BE49-F238E27FC236}">
                    <a16:creationId xmlns:a16="http://schemas.microsoft.com/office/drawing/2014/main" id="{0164ECE1-B718-B34A-8EDE-D4D0DB3D0D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7" name="Freeform 896">
                <a:extLst>
                  <a:ext uri="{FF2B5EF4-FFF2-40B4-BE49-F238E27FC236}">
                    <a16:creationId xmlns:a16="http://schemas.microsoft.com/office/drawing/2014/main" id="{C96E24B3-51EE-4841-AC48-02977D922FE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5" name="Group 874">
            <a:extLst>
              <a:ext uri="{FF2B5EF4-FFF2-40B4-BE49-F238E27FC236}">
                <a16:creationId xmlns:a16="http://schemas.microsoft.com/office/drawing/2014/main" id="{A27592D6-B4A5-A942-80A1-4D78584A3729}"/>
              </a:ext>
            </a:extLst>
          </p:cNvPr>
          <p:cNvGrpSpPr/>
          <p:nvPr/>
        </p:nvGrpSpPr>
        <p:grpSpPr>
          <a:xfrm>
            <a:off x="1595991" y="4836670"/>
            <a:ext cx="541338" cy="223023"/>
            <a:chOff x="7493876" y="2774731"/>
            <a:chExt cx="1481958" cy="894622"/>
          </a:xfrm>
        </p:grpSpPr>
        <p:sp>
          <p:nvSpPr>
            <p:cNvPr id="884" name="Freeform 883">
              <a:extLst>
                <a:ext uri="{FF2B5EF4-FFF2-40B4-BE49-F238E27FC236}">
                  <a16:creationId xmlns:a16="http://schemas.microsoft.com/office/drawing/2014/main" id="{4392C382-3B33-664B-9F30-2368CB7435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85" name="Oval 884">
              <a:extLst>
                <a:ext uri="{FF2B5EF4-FFF2-40B4-BE49-F238E27FC236}">
                  <a16:creationId xmlns:a16="http://schemas.microsoft.com/office/drawing/2014/main" id="{E90301FC-FA81-3446-843A-1157E8F0D1A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86" name="Group 885">
              <a:extLst>
                <a:ext uri="{FF2B5EF4-FFF2-40B4-BE49-F238E27FC236}">
                  <a16:creationId xmlns:a16="http://schemas.microsoft.com/office/drawing/2014/main" id="{8F48D118-A375-7442-B7A1-D3B3C92259B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7" name="Freeform 886">
                <a:extLst>
                  <a:ext uri="{FF2B5EF4-FFF2-40B4-BE49-F238E27FC236}">
                    <a16:creationId xmlns:a16="http://schemas.microsoft.com/office/drawing/2014/main" id="{E429E113-061A-8D4E-A711-8433BE2D77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8" name="Freeform 887">
                <a:extLst>
                  <a:ext uri="{FF2B5EF4-FFF2-40B4-BE49-F238E27FC236}">
                    <a16:creationId xmlns:a16="http://schemas.microsoft.com/office/drawing/2014/main" id="{E0359472-260A-464A-8A61-1822736A767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9" name="Freeform 888">
                <a:extLst>
                  <a:ext uri="{FF2B5EF4-FFF2-40B4-BE49-F238E27FC236}">
                    <a16:creationId xmlns:a16="http://schemas.microsoft.com/office/drawing/2014/main" id="{B379B8F8-0A7B-E648-8635-FC0E285361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0" name="Freeform 889">
                <a:extLst>
                  <a:ext uri="{FF2B5EF4-FFF2-40B4-BE49-F238E27FC236}">
                    <a16:creationId xmlns:a16="http://schemas.microsoft.com/office/drawing/2014/main" id="{F43281EA-3AA2-6846-BFA5-C6871369B73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77B1D9FD-DA0A-6F46-AF57-F32DAF022A6D}"/>
              </a:ext>
            </a:extLst>
          </p:cNvPr>
          <p:cNvGrpSpPr/>
          <p:nvPr/>
        </p:nvGrpSpPr>
        <p:grpSpPr>
          <a:xfrm>
            <a:off x="2629904" y="4925880"/>
            <a:ext cx="541338" cy="223023"/>
            <a:chOff x="7493876" y="2774731"/>
            <a:chExt cx="1481958" cy="894622"/>
          </a:xfrm>
        </p:grpSpPr>
        <p:sp>
          <p:nvSpPr>
            <p:cNvPr id="877" name="Freeform 876">
              <a:extLst>
                <a:ext uri="{FF2B5EF4-FFF2-40B4-BE49-F238E27FC236}">
                  <a16:creationId xmlns:a16="http://schemas.microsoft.com/office/drawing/2014/main" id="{38DD07A8-F151-D74A-B9B0-150EF89A609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CE2FED6D-7123-A44C-A27D-AC4E5E5A7A1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79" name="Group 878">
              <a:extLst>
                <a:ext uri="{FF2B5EF4-FFF2-40B4-BE49-F238E27FC236}">
                  <a16:creationId xmlns:a16="http://schemas.microsoft.com/office/drawing/2014/main" id="{AF4FC758-360F-9143-BBCE-5314F170B3C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0" name="Freeform 879">
                <a:extLst>
                  <a:ext uri="{FF2B5EF4-FFF2-40B4-BE49-F238E27FC236}">
                    <a16:creationId xmlns:a16="http://schemas.microsoft.com/office/drawing/2014/main" id="{15710929-DD09-6847-973F-95DA58E5CDE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1" name="Freeform 880">
                <a:extLst>
                  <a:ext uri="{FF2B5EF4-FFF2-40B4-BE49-F238E27FC236}">
                    <a16:creationId xmlns:a16="http://schemas.microsoft.com/office/drawing/2014/main" id="{6BF30287-E1A0-3044-AA63-03344380454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2" name="Freeform 881">
                <a:extLst>
                  <a:ext uri="{FF2B5EF4-FFF2-40B4-BE49-F238E27FC236}">
                    <a16:creationId xmlns:a16="http://schemas.microsoft.com/office/drawing/2014/main" id="{7CBC1677-B55C-7446-B5B2-60FEAAD50D2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3" name="Freeform 882">
                <a:extLst>
                  <a:ext uri="{FF2B5EF4-FFF2-40B4-BE49-F238E27FC236}">
                    <a16:creationId xmlns:a16="http://schemas.microsoft.com/office/drawing/2014/main" id="{2689907A-654D-7246-93EC-6F1DEB7F9B7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336191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he-IL" sz="4000" dirty="0">
                <a:solidFill>
                  <a:prstClr val="black"/>
                </a:solidFill>
                <a:cs typeface="Arial" panose="020B0604020202020204" pitchFamily="34" charset="0"/>
              </a:rPr>
              <a:t>מבנה האינטרנט הוא רשת של רשתות</a:t>
            </a:r>
            <a:endParaRPr lang="en-US" dirty="0"/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30BB6B1D-0B22-BA43-AA01-2EC5643695A5}"/>
              </a:ext>
            </a:extLst>
          </p:cNvPr>
          <p:cNvGrpSpPr>
            <a:grpSpLocks/>
          </p:cNvGrpSpPr>
          <p:nvPr/>
        </p:nvGrpSpPr>
        <p:grpSpPr bwMode="auto">
          <a:xfrm>
            <a:off x="1600606" y="2057882"/>
            <a:ext cx="648509" cy="418221"/>
            <a:chOff x="3053396" y="4304255"/>
            <a:chExt cx="648422" cy="418253"/>
          </a:xfrm>
        </p:grpSpPr>
        <p:sp>
          <p:nvSpPr>
            <p:cNvPr id="61" name="Freeform 84">
              <a:extLst>
                <a:ext uri="{FF2B5EF4-FFF2-40B4-BE49-F238E27FC236}">
                  <a16:creationId xmlns:a16="http://schemas.microsoft.com/office/drawing/2014/main" id="{B60A3DA3-256B-8E43-9575-8F1327BC5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TextBox 1">
              <a:extLst>
                <a:ext uri="{FF2B5EF4-FFF2-40B4-BE49-F238E27FC236}">
                  <a16:creationId xmlns:a16="http://schemas.microsoft.com/office/drawing/2014/main" id="{F1EBE77F-A331-1B49-AD54-E7C5C36B2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1" name="Group 135">
            <a:extLst>
              <a:ext uri="{FF2B5EF4-FFF2-40B4-BE49-F238E27FC236}">
                <a16:creationId xmlns:a16="http://schemas.microsoft.com/office/drawing/2014/main" id="{0041D52F-4091-A944-8003-ED442384CB16}"/>
              </a:ext>
            </a:extLst>
          </p:cNvPr>
          <p:cNvGrpSpPr>
            <a:grpSpLocks/>
          </p:cNvGrpSpPr>
          <p:nvPr/>
        </p:nvGrpSpPr>
        <p:grpSpPr bwMode="auto">
          <a:xfrm>
            <a:off x="6109713" y="2311862"/>
            <a:ext cx="648509" cy="418221"/>
            <a:chOff x="3053396" y="4304255"/>
            <a:chExt cx="648422" cy="418253"/>
          </a:xfrm>
        </p:grpSpPr>
        <p:sp>
          <p:nvSpPr>
            <p:cNvPr id="57" name="Freeform 84">
              <a:extLst>
                <a:ext uri="{FF2B5EF4-FFF2-40B4-BE49-F238E27FC236}">
                  <a16:creationId xmlns:a16="http://schemas.microsoft.com/office/drawing/2014/main" id="{078145B8-5D76-7B44-95E4-711130D97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TextBox 137">
              <a:extLst>
                <a:ext uri="{FF2B5EF4-FFF2-40B4-BE49-F238E27FC236}">
                  <a16:creationId xmlns:a16="http://schemas.microsoft.com/office/drawing/2014/main" id="{5CA3BADE-216F-2843-9D81-CE5E9D20B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2" name="Group 138">
            <a:extLst>
              <a:ext uri="{FF2B5EF4-FFF2-40B4-BE49-F238E27FC236}">
                <a16:creationId xmlns:a16="http://schemas.microsoft.com/office/drawing/2014/main" id="{F1C6BD9A-0B39-B244-94E8-678C50D1ECD9}"/>
              </a:ext>
            </a:extLst>
          </p:cNvPr>
          <p:cNvGrpSpPr>
            <a:grpSpLocks/>
          </p:cNvGrpSpPr>
          <p:nvPr/>
        </p:nvGrpSpPr>
        <p:grpSpPr bwMode="auto">
          <a:xfrm>
            <a:off x="1016327" y="5169142"/>
            <a:ext cx="648509" cy="418221"/>
            <a:chOff x="3053396" y="4304255"/>
            <a:chExt cx="648422" cy="418253"/>
          </a:xfrm>
        </p:grpSpPr>
        <p:sp>
          <p:nvSpPr>
            <p:cNvPr id="55" name="Freeform 84">
              <a:extLst>
                <a:ext uri="{FF2B5EF4-FFF2-40B4-BE49-F238E27FC236}">
                  <a16:creationId xmlns:a16="http://schemas.microsoft.com/office/drawing/2014/main" id="{7E729DEF-3587-F14B-AE03-C52CF3B01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140">
              <a:extLst>
                <a:ext uri="{FF2B5EF4-FFF2-40B4-BE49-F238E27FC236}">
                  <a16:creationId xmlns:a16="http://schemas.microsoft.com/office/drawing/2014/main" id="{DA418C0A-2209-A942-A859-5ECE8083B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3" name="Group 141">
            <a:extLst>
              <a:ext uri="{FF2B5EF4-FFF2-40B4-BE49-F238E27FC236}">
                <a16:creationId xmlns:a16="http://schemas.microsoft.com/office/drawing/2014/main" id="{F1A8927C-3AF4-D742-848C-35E15D25BFB5}"/>
              </a:ext>
            </a:extLst>
          </p:cNvPr>
          <p:cNvGrpSpPr>
            <a:grpSpLocks/>
          </p:cNvGrpSpPr>
          <p:nvPr/>
        </p:nvGrpSpPr>
        <p:grpSpPr bwMode="auto">
          <a:xfrm>
            <a:off x="597171" y="4546890"/>
            <a:ext cx="648509" cy="418221"/>
            <a:chOff x="3053396" y="4304255"/>
            <a:chExt cx="648422" cy="418253"/>
          </a:xfrm>
        </p:grpSpPr>
        <p:sp>
          <p:nvSpPr>
            <p:cNvPr id="53" name="Freeform 84">
              <a:extLst>
                <a:ext uri="{FF2B5EF4-FFF2-40B4-BE49-F238E27FC236}">
                  <a16:creationId xmlns:a16="http://schemas.microsoft.com/office/drawing/2014/main" id="{E8F8A0DF-7843-7E4A-8EBF-A24CA907C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TextBox 143">
              <a:extLst>
                <a:ext uri="{FF2B5EF4-FFF2-40B4-BE49-F238E27FC236}">
                  <a16:creationId xmlns:a16="http://schemas.microsoft.com/office/drawing/2014/main" id="{D97DC0BC-584A-AC4F-835D-B981DD67C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4" name="Group 144">
            <a:extLst>
              <a:ext uri="{FF2B5EF4-FFF2-40B4-BE49-F238E27FC236}">
                <a16:creationId xmlns:a16="http://schemas.microsoft.com/office/drawing/2014/main" id="{937AB14A-1B92-0C4D-9DB7-3A65A35F708F}"/>
              </a:ext>
            </a:extLst>
          </p:cNvPr>
          <p:cNvGrpSpPr>
            <a:grpSpLocks/>
          </p:cNvGrpSpPr>
          <p:nvPr/>
        </p:nvGrpSpPr>
        <p:grpSpPr bwMode="auto">
          <a:xfrm>
            <a:off x="368540" y="3886541"/>
            <a:ext cx="648509" cy="418221"/>
            <a:chOff x="3053396" y="4304255"/>
            <a:chExt cx="648422" cy="418253"/>
          </a:xfrm>
        </p:grpSpPr>
        <p:sp>
          <p:nvSpPr>
            <p:cNvPr id="51" name="Freeform 84">
              <a:extLst>
                <a:ext uri="{FF2B5EF4-FFF2-40B4-BE49-F238E27FC236}">
                  <a16:creationId xmlns:a16="http://schemas.microsoft.com/office/drawing/2014/main" id="{72BD96B2-8C8B-A34A-A0B1-8A56E080B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TextBox 146">
              <a:extLst>
                <a:ext uri="{FF2B5EF4-FFF2-40B4-BE49-F238E27FC236}">
                  <a16:creationId xmlns:a16="http://schemas.microsoft.com/office/drawing/2014/main" id="{2E687D8E-E3CE-F949-BB94-C8F32F433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5" name="Group 147">
            <a:extLst>
              <a:ext uri="{FF2B5EF4-FFF2-40B4-BE49-F238E27FC236}">
                <a16:creationId xmlns:a16="http://schemas.microsoft.com/office/drawing/2014/main" id="{417DAC5F-2573-4743-9127-36524340FED9}"/>
              </a:ext>
            </a:extLst>
          </p:cNvPr>
          <p:cNvGrpSpPr>
            <a:grpSpLocks/>
          </p:cNvGrpSpPr>
          <p:nvPr/>
        </p:nvGrpSpPr>
        <p:grpSpPr bwMode="auto">
          <a:xfrm>
            <a:off x="6859114" y="2743629"/>
            <a:ext cx="648509" cy="418221"/>
            <a:chOff x="3053396" y="4304255"/>
            <a:chExt cx="648422" cy="418253"/>
          </a:xfrm>
        </p:grpSpPr>
        <p:sp>
          <p:nvSpPr>
            <p:cNvPr id="49" name="Freeform 84">
              <a:extLst>
                <a:ext uri="{FF2B5EF4-FFF2-40B4-BE49-F238E27FC236}">
                  <a16:creationId xmlns:a16="http://schemas.microsoft.com/office/drawing/2014/main" id="{E9F7E8C6-F700-614F-9F9F-0A88C85D7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TextBox 149">
              <a:extLst>
                <a:ext uri="{FF2B5EF4-FFF2-40B4-BE49-F238E27FC236}">
                  <a16:creationId xmlns:a16="http://schemas.microsoft.com/office/drawing/2014/main" id="{59E18F13-5C5C-4049-B258-FAF65F9B2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6" name="Group 150">
            <a:extLst>
              <a:ext uri="{FF2B5EF4-FFF2-40B4-BE49-F238E27FC236}">
                <a16:creationId xmlns:a16="http://schemas.microsoft.com/office/drawing/2014/main" id="{B1724044-B1C6-934B-8868-30D0FD03826E}"/>
              </a:ext>
            </a:extLst>
          </p:cNvPr>
          <p:cNvGrpSpPr>
            <a:grpSpLocks/>
          </p:cNvGrpSpPr>
          <p:nvPr/>
        </p:nvGrpSpPr>
        <p:grpSpPr bwMode="auto">
          <a:xfrm>
            <a:off x="3201022" y="1816600"/>
            <a:ext cx="648509" cy="418221"/>
            <a:chOff x="3053396" y="4304255"/>
            <a:chExt cx="648422" cy="418253"/>
          </a:xfrm>
        </p:grpSpPr>
        <p:sp>
          <p:nvSpPr>
            <p:cNvPr id="47" name="Freeform 84">
              <a:extLst>
                <a:ext uri="{FF2B5EF4-FFF2-40B4-BE49-F238E27FC236}">
                  <a16:creationId xmlns:a16="http://schemas.microsoft.com/office/drawing/2014/main" id="{44CA58B7-16C9-C241-8F79-C6964EA2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TextBox 152">
              <a:extLst>
                <a:ext uri="{FF2B5EF4-FFF2-40B4-BE49-F238E27FC236}">
                  <a16:creationId xmlns:a16="http://schemas.microsoft.com/office/drawing/2014/main" id="{766583C3-B9DB-094A-A09E-A4BC2FBDE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8" name="Group 156">
            <a:extLst>
              <a:ext uri="{FF2B5EF4-FFF2-40B4-BE49-F238E27FC236}">
                <a16:creationId xmlns:a16="http://schemas.microsoft.com/office/drawing/2014/main" id="{DE67CACE-BA9C-4F49-9CCC-2A95DDABF7BC}"/>
              </a:ext>
            </a:extLst>
          </p:cNvPr>
          <p:cNvGrpSpPr>
            <a:grpSpLocks/>
          </p:cNvGrpSpPr>
          <p:nvPr/>
        </p:nvGrpSpPr>
        <p:grpSpPr bwMode="auto">
          <a:xfrm>
            <a:off x="4115545" y="1791202"/>
            <a:ext cx="648509" cy="418221"/>
            <a:chOff x="3053396" y="4304255"/>
            <a:chExt cx="648422" cy="418253"/>
          </a:xfrm>
        </p:grpSpPr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8AD1749B-4C4E-DE45-96BC-98F1585D4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TextBox 158">
              <a:extLst>
                <a:ext uri="{FF2B5EF4-FFF2-40B4-BE49-F238E27FC236}">
                  <a16:creationId xmlns:a16="http://schemas.microsoft.com/office/drawing/2014/main" id="{0ADF884B-3F6F-8145-B641-9A429A34A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9" name="Group 160">
            <a:extLst>
              <a:ext uri="{FF2B5EF4-FFF2-40B4-BE49-F238E27FC236}">
                <a16:creationId xmlns:a16="http://schemas.microsoft.com/office/drawing/2014/main" id="{CF0A8E3D-09B1-214E-99FD-B5570442C39E}"/>
              </a:ext>
            </a:extLst>
          </p:cNvPr>
          <p:cNvGrpSpPr>
            <a:grpSpLocks/>
          </p:cNvGrpSpPr>
          <p:nvPr/>
        </p:nvGrpSpPr>
        <p:grpSpPr bwMode="auto">
          <a:xfrm>
            <a:off x="7176657" y="5423123"/>
            <a:ext cx="648509" cy="418221"/>
            <a:chOff x="3053396" y="4304255"/>
            <a:chExt cx="648422" cy="418253"/>
          </a:xfrm>
        </p:grpSpPr>
        <p:sp>
          <p:nvSpPr>
            <p:cNvPr id="41" name="Freeform 84">
              <a:extLst>
                <a:ext uri="{FF2B5EF4-FFF2-40B4-BE49-F238E27FC236}">
                  <a16:creationId xmlns:a16="http://schemas.microsoft.com/office/drawing/2014/main" id="{EDDB4269-F7AA-7240-B093-B37270418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TextBox 162">
              <a:extLst>
                <a:ext uri="{FF2B5EF4-FFF2-40B4-BE49-F238E27FC236}">
                  <a16:creationId xmlns:a16="http://schemas.microsoft.com/office/drawing/2014/main" id="{0403D7D4-9E2C-F94E-924D-8574777C74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20" name="Group 163">
            <a:extLst>
              <a:ext uri="{FF2B5EF4-FFF2-40B4-BE49-F238E27FC236}">
                <a16:creationId xmlns:a16="http://schemas.microsoft.com/office/drawing/2014/main" id="{4FD3E459-AF79-0B45-B5D3-3CA1740A2701}"/>
              </a:ext>
            </a:extLst>
          </p:cNvPr>
          <p:cNvGrpSpPr>
            <a:grpSpLocks/>
          </p:cNvGrpSpPr>
          <p:nvPr/>
        </p:nvGrpSpPr>
        <p:grpSpPr bwMode="auto">
          <a:xfrm>
            <a:off x="8014970" y="4775473"/>
            <a:ext cx="648509" cy="418221"/>
            <a:chOff x="3053396" y="4304255"/>
            <a:chExt cx="648422" cy="418253"/>
          </a:xfrm>
        </p:grpSpPr>
        <p:sp>
          <p:nvSpPr>
            <p:cNvPr id="39" name="Freeform 84">
              <a:extLst>
                <a:ext uri="{FF2B5EF4-FFF2-40B4-BE49-F238E27FC236}">
                  <a16:creationId xmlns:a16="http://schemas.microsoft.com/office/drawing/2014/main" id="{3CAEF347-FE90-E949-A631-0171A060E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TextBox 165">
              <a:extLst>
                <a:ext uri="{FF2B5EF4-FFF2-40B4-BE49-F238E27FC236}">
                  <a16:creationId xmlns:a16="http://schemas.microsoft.com/office/drawing/2014/main" id="{0B914A90-A394-6F45-B155-CCE12CEFE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21" name="Group 166">
            <a:extLst>
              <a:ext uri="{FF2B5EF4-FFF2-40B4-BE49-F238E27FC236}">
                <a16:creationId xmlns:a16="http://schemas.microsoft.com/office/drawing/2014/main" id="{5FECB796-EB1A-6941-942C-2C77B9305400}"/>
              </a:ext>
            </a:extLst>
          </p:cNvPr>
          <p:cNvGrpSpPr>
            <a:grpSpLocks/>
          </p:cNvGrpSpPr>
          <p:nvPr/>
        </p:nvGrpSpPr>
        <p:grpSpPr bwMode="auto">
          <a:xfrm>
            <a:off x="7786339" y="3861143"/>
            <a:ext cx="648509" cy="418221"/>
            <a:chOff x="3053396" y="4304255"/>
            <a:chExt cx="648422" cy="418253"/>
          </a:xfrm>
        </p:grpSpPr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583D705A-27D6-7742-A076-4DD3D0002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TextBox 168">
              <a:extLst>
                <a:ext uri="{FF2B5EF4-FFF2-40B4-BE49-F238E27FC236}">
                  <a16:creationId xmlns:a16="http://schemas.microsoft.com/office/drawing/2014/main" id="{B52DEC78-1030-A54E-8A0F-BCB9B6D6B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sp>
        <p:nvSpPr>
          <p:cNvPr id="25" name="TextBox 4">
            <a:extLst>
              <a:ext uri="{FF2B5EF4-FFF2-40B4-BE49-F238E27FC236}">
                <a16:creationId xmlns:a16="http://schemas.microsoft.com/office/drawing/2014/main" id="{4EBE302E-6B07-964E-B474-2379BF38E56E}"/>
              </a:ext>
            </a:extLst>
          </p:cNvPr>
          <p:cNvSpPr txBox="1">
            <a:spLocks noChangeArrowheads="1"/>
          </p:cNvSpPr>
          <p:nvPr/>
        </p:nvSpPr>
        <p:spPr bwMode="auto">
          <a:xfrm rot="1053502">
            <a:off x="5215197" y="1716053"/>
            <a:ext cx="543812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…</a:t>
            </a:r>
          </a:p>
        </p:txBody>
      </p:sp>
      <p:sp>
        <p:nvSpPr>
          <p:cNvPr id="26" name="TextBox 179">
            <a:extLst>
              <a:ext uri="{FF2B5EF4-FFF2-40B4-BE49-F238E27FC236}">
                <a16:creationId xmlns:a16="http://schemas.microsoft.com/office/drawing/2014/main" id="{5687370B-669A-6440-92DE-16AFFBA3FBDE}"/>
              </a:ext>
            </a:extLst>
          </p:cNvPr>
          <p:cNvSpPr txBox="1">
            <a:spLocks noChangeArrowheads="1"/>
          </p:cNvSpPr>
          <p:nvPr/>
        </p:nvSpPr>
        <p:spPr bwMode="auto">
          <a:xfrm rot="2829263">
            <a:off x="7501562" y="3189084"/>
            <a:ext cx="543697" cy="523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…</a:t>
            </a:r>
          </a:p>
        </p:txBody>
      </p:sp>
      <p:sp>
        <p:nvSpPr>
          <p:cNvPr id="27" name="TextBox 180">
            <a:extLst>
              <a:ext uri="{FF2B5EF4-FFF2-40B4-BE49-F238E27FC236}">
                <a16:creationId xmlns:a16="http://schemas.microsoft.com/office/drawing/2014/main" id="{DDCB7942-CF63-0E41-965D-4990C91E38C2}"/>
              </a:ext>
            </a:extLst>
          </p:cNvPr>
          <p:cNvSpPr txBox="1">
            <a:spLocks noChangeArrowheads="1"/>
          </p:cNvSpPr>
          <p:nvPr/>
        </p:nvSpPr>
        <p:spPr bwMode="auto">
          <a:xfrm rot="9845918">
            <a:off x="6170066" y="5702058"/>
            <a:ext cx="543812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…</a:t>
            </a:r>
          </a:p>
        </p:txBody>
      </p:sp>
      <p:sp>
        <p:nvSpPr>
          <p:cNvPr id="28" name="TextBox 181">
            <a:extLst>
              <a:ext uri="{FF2B5EF4-FFF2-40B4-BE49-F238E27FC236}">
                <a16:creationId xmlns:a16="http://schemas.microsoft.com/office/drawing/2014/main" id="{14DD3F3C-E274-2D4E-83D9-E679452E9927}"/>
              </a:ext>
            </a:extLst>
          </p:cNvPr>
          <p:cNvSpPr txBox="1">
            <a:spLocks noChangeArrowheads="1"/>
          </p:cNvSpPr>
          <p:nvPr/>
        </p:nvSpPr>
        <p:spPr bwMode="auto">
          <a:xfrm rot="11651262">
            <a:off x="1802023" y="5605423"/>
            <a:ext cx="543812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…</a:t>
            </a:r>
          </a:p>
        </p:txBody>
      </p:sp>
      <p:sp>
        <p:nvSpPr>
          <p:cNvPr id="29" name="TextBox 182">
            <a:extLst>
              <a:ext uri="{FF2B5EF4-FFF2-40B4-BE49-F238E27FC236}">
                <a16:creationId xmlns:a16="http://schemas.microsoft.com/office/drawing/2014/main" id="{99FAE186-77C6-3F42-AB05-E0FF7C6CB0A1}"/>
              </a:ext>
            </a:extLst>
          </p:cNvPr>
          <p:cNvSpPr txBox="1">
            <a:spLocks noChangeArrowheads="1"/>
          </p:cNvSpPr>
          <p:nvPr/>
        </p:nvSpPr>
        <p:spPr bwMode="auto">
          <a:xfrm rot="16607303">
            <a:off x="215712" y="3299101"/>
            <a:ext cx="543697" cy="523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…</a:t>
            </a:r>
          </a:p>
        </p:txBody>
      </p:sp>
      <p:sp>
        <p:nvSpPr>
          <p:cNvPr id="30" name="TextBox 183">
            <a:extLst>
              <a:ext uri="{FF2B5EF4-FFF2-40B4-BE49-F238E27FC236}">
                <a16:creationId xmlns:a16="http://schemas.microsoft.com/office/drawing/2014/main" id="{1CE3A2E2-820D-D645-BBA3-0C3089DE6461}"/>
              </a:ext>
            </a:extLst>
          </p:cNvPr>
          <p:cNvSpPr txBox="1">
            <a:spLocks noChangeArrowheads="1"/>
          </p:cNvSpPr>
          <p:nvPr/>
        </p:nvSpPr>
        <p:spPr bwMode="auto">
          <a:xfrm rot="20582737">
            <a:off x="2401694" y="1665938"/>
            <a:ext cx="543812" cy="523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…</a:t>
            </a:r>
          </a:p>
        </p:txBody>
      </p:sp>
      <p:grpSp>
        <p:nvGrpSpPr>
          <p:cNvPr id="302" name="Group 20">
            <a:extLst>
              <a:ext uri="{FF2B5EF4-FFF2-40B4-BE49-F238E27FC236}">
                <a16:creationId xmlns:a16="http://schemas.microsoft.com/office/drawing/2014/main" id="{2E65E034-15F8-4544-9A88-3C6F87D79608}"/>
              </a:ext>
            </a:extLst>
          </p:cNvPr>
          <p:cNvGrpSpPr>
            <a:grpSpLocks/>
          </p:cNvGrpSpPr>
          <p:nvPr/>
        </p:nvGrpSpPr>
        <p:grpSpPr bwMode="auto">
          <a:xfrm>
            <a:off x="4342601" y="2647249"/>
            <a:ext cx="2272389" cy="1061009"/>
            <a:chOff x="4696844" y="2871032"/>
            <a:chExt cx="2272671" cy="1061113"/>
          </a:xfrm>
        </p:grpSpPr>
        <p:grpSp>
          <p:nvGrpSpPr>
            <p:cNvPr id="303" name="Group 16">
              <a:extLst>
                <a:ext uri="{FF2B5EF4-FFF2-40B4-BE49-F238E27FC236}">
                  <a16:creationId xmlns:a16="http://schemas.microsoft.com/office/drawing/2014/main" id="{AE7FAC14-602F-5840-95C2-10B4B1F3F9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306" name="Oval 14">
                <a:extLst>
                  <a:ext uri="{FF2B5EF4-FFF2-40B4-BE49-F238E27FC236}">
                    <a16:creationId xmlns:a16="http://schemas.microsoft.com/office/drawing/2014/main" id="{0540692A-C81C-724C-B821-D711DAE71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7" name="TextBox 15">
                <a:extLst>
                  <a:ext uri="{FF2B5EF4-FFF2-40B4-BE49-F238E27FC236}">
                    <a16:creationId xmlns:a16="http://schemas.microsoft.com/office/drawing/2014/main" id="{B7EC47D0-A46E-E246-960E-89C0F218ED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IXP</a:t>
                </a:r>
              </a:p>
            </p:txBody>
          </p:sp>
        </p:grpSp>
        <p:cxnSp>
          <p:nvCxnSpPr>
            <p:cNvPr id="304" name="Straight Connector 18">
              <a:extLst>
                <a:ext uri="{FF2B5EF4-FFF2-40B4-BE49-F238E27FC236}">
                  <a16:creationId xmlns:a16="http://schemas.microsoft.com/office/drawing/2014/main" id="{6DC2A61E-B493-9841-A8B3-1C17E6A8ED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96844" y="3073933"/>
              <a:ext cx="980347" cy="35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5" name="Straight Connector 516">
              <a:extLst>
                <a:ext uri="{FF2B5EF4-FFF2-40B4-BE49-F238E27FC236}">
                  <a16:creationId xmlns:a16="http://schemas.microsoft.com/office/drawing/2014/main" id="{ED5D0B03-04A8-4A40-9C0F-4EA56D9810E8}"/>
                </a:ext>
              </a:extLst>
            </p:cNvPr>
            <p:cNvCxnSpPr>
              <a:cxnSpLocks noChangeShapeType="1"/>
              <a:endCxn id="976" idx="1"/>
            </p:cNvCxnSpPr>
            <p:nvPr/>
          </p:nvCxnSpPr>
          <p:spPr bwMode="auto">
            <a:xfrm>
              <a:off x="6137159" y="3146857"/>
              <a:ext cx="832356" cy="78528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08" name="Group 39939">
            <a:extLst>
              <a:ext uri="{FF2B5EF4-FFF2-40B4-BE49-F238E27FC236}">
                <a16:creationId xmlns:a16="http://schemas.microsoft.com/office/drawing/2014/main" id="{17CCBDCA-CC15-454D-A26D-AA4BB11DE0FB}"/>
              </a:ext>
            </a:extLst>
          </p:cNvPr>
          <p:cNvGrpSpPr>
            <a:grpSpLocks/>
          </p:cNvGrpSpPr>
          <p:nvPr/>
        </p:nvGrpSpPr>
        <p:grpSpPr bwMode="auto">
          <a:xfrm>
            <a:off x="2176177" y="3510311"/>
            <a:ext cx="2938536" cy="1357499"/>
            <a:chOff x="2746064" y="3733002"/>
            <a:chExt cx="2937093" cy="1359582"/>
          </a:xfrm>
        </p:grpSpPr>
        <p:cxnSp>
          <p:nvCxnSpPr>
            <p:cNvPr id="309" name="Straight Connector 7">
              <a:extLst>
                <a:ext uri="{FF2B5EF4-FFF2-40B4-BE49-F238E27FC236}">
                  <a16:creationId xmlns:a16="http://schemas.microsoft.com/office/drawing/2014/main" id="{415ABF4C-9DC7-3E48-8D47-77091F596BBC}"/>
                </a:ext>
              </a:extLst>
            </p:cNvPr>
            <p:cNvCxnSpPr>
              <a:cxnSpLocks noChangeShapeType="1"/>
              <a:stCxn id="1032" idx="5"/>
              <a:endCxn id="983" idx="3"/>
            </p:cNvCxnSpPr>
            <p:nvPr/>
          </p:nvCxnSpPr>
          <p:spPr bwMode="auto">
            <a:xfrm>
              <a:off x="5094305" y="3733002"/>
              <a:ext cx="588852" cy="2127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" name="Straight Connector 415">
              <a:extLst>
                <a:ext uri="{FF2B5EF4-FFF2-40B4-BE49-F238E27FC236}">
                  <a16:creationId xmlns:a16="http://schemas.microsoft.com/office/drawing/2014/main" id="{5C73DBFB-D008-3643-BC55-DC0EB59EE06A}"/>
                </a:ext>
              </a:extLst>
            </p:cNvPr>
            <p:cNvCxnSpPr>
              <a:cxnSpLocks noChangeShapeType="1"/>
              <a:stCxn id="1010" idx="5"/>
            </p:cNvCxnSpPr>
            <p:nvPr/>
          </p:nvCxnSpPr>
          <p:spPr bwMode="auto">
            <a:xfrm flipH="1">
              <a:off x="2746064" y="3789080"/>
              <a:ext cx="54551" cy="60192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1" name="Straight Connector 523">
              <a:extLst>
                <a:ext uri="{FF2B5EF4-FFF2-40B4-BE49-F238E27FC236}">
                  <a16:creationId xmlns:a16="http://schemas.microsoft.com/office/drawing/2014/main" id="{FABFBABF-764F-F24E-92BB-9E89BDA24ADC}"/>
                </a:ext>
              </a:extLst>
            </p:cNvPr>
            <p:cNvCxnSpPr>
              <a:cxnSpLocks noChangeShapeType="1"/>
              <a:endCxn id="941" idx="3"/>
            </p:cNvCxnSpPr>
            <p:nvPr/>
          </p:nvCxnSpPr>
          <p:spPr bwMode="auto">
            <a:xfrm flipV="1">
              <a:off x="4424422" y="4701847"/>
              <a:ext cx="1074473" cy="39073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19" name="Straight Connector 515">
            <a:extLst>
              <a:ext uri="{FF2B5EF4-FFF2-40B4-BE49-F238E27FC236}">
                <a16:creationId xmlns:a16="http://schemas.microsoft.com/office/drawing/2014/main" id="{E64B2F34-F5A2-0748-B519-596A0F2D52A9}"/>
              </a:ext>
            </a:extLst>
          </p:cNvPr>
          <p:cNvCxnSpPr>
            <a:cxnSpLocks noChangeShapeType="1"/>
            <a:stCxn id="930" idx="2"/>
          </p:cNvCxnSpPr>
          <p:nvPr/>
        </p:nvCxnSpPr>
        <p:spPr bwMode="auto">
          <a:xfrm flipV="1">
            <a:off x="3588902" y="4057390"/>
            <a:ext cx="309146" cy="30771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1" name="Straight Connector 519">
            <a:extLst>
              <a:ext uri="{FF2B5EF4-FFF2-40B4-BE49-F238E27FC236}">
                <a16:creationId xmlns:a16="http://schemas.microsoft.com/office/drawing/2014/main" id="{A78B3472-4495-804D-9DE2-F7A93E5EED6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26202" y="3671676"/>
            <a:ext cx="929835" cy="367084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2" name="Straight Connector 520">
            <a:extLst>
              <a:ext uri="{FF2B5EF4-FFF2-40B4-BE49-F238E27FC236}">
                <a16:creationId xmlns:a16="http://schemas.microsoft.com/office/drawing/2014/main" id="{B39E2778-53AB-7A47-8C24-A5C1BE87DA91}"/>
              </a:ext>
            </a:extLst>
          </p:cNvPr>
          <p:cNvCxnSpPr>
            <a:cxnSpLocks noChangeShapeType="1"/>
            <a:stCxn id="1007" idx="2"/>
          </p:cNvCxnSpPr>
          <p:nvPr/>
        </p:nvCxnSpPr>
        <p:spPr bwMode="auto">
          <a:xfrm>
            <a:off x="3421095" y="3694467"/>
            <a:ext cx="476953" cy="27750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B86CF571-59B7-9040-88E6-ACE367964601}"/>
              </a:ext>
            </a:extLst>
          </p:cNvPr>
          <p:cNvGrpSpPr/>
          <p:nvPr/>
        </p:nvGrpSpPr>
        <p:grpSpPr>
          <a:xfrm>
            <a:off x="6535497" y="3687115"/>
            <a:ext cx="541338" cy="223023"/>
            <a:chOff x="7493876" y="2774731"/>
            <a:chExt cx="1481958" cy="894622"/>
          </a:xfrm>
        </p:grpSpPr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1999BFB5-779F-7B4E-BCBF-9040592BFBD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61415BE9-66CA-0045-99BF-BA54F41E05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77" name="Group 976">
              <a:extLst>
                <a:ext uri="{FF2B5EF4-FFF2-40B4-BE49-F238E27FC236}">
                  <a16:creationId xmlns:a16="http://schemas.microsoft.com/office/drawing/2014/main" id="{390121EC-5020-DC41-8658-E7E4546EDD8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8" name="Freeform 977">
                <a:extLst>
                  <a:ext uri="{FF2B5EF4-FFF2-40B4-BE49-F238E27FC236}">
                    <a16:creationId xmlns:a16="http://schemas.microsoft.com/office/drawing/2014/main" id="{379AA28D-75A8-A345-B828-DEB6099EB1D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9" name="Freeform 978">
                <a:extLst>
                  <a:ext uri="{FF2B5EF4-FFF2-40B4-BE49-F238E27FC236}">
                    <a16:creationId xmlns:a16="http://schemas.microsoft.com/office/drawing/2014/main" id="{9DDC0BF3-00A0-7C46-A0BC-285C4E950A2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0" name="Freeform 979">
                <a:extLst>
                  <a:ext uri="{FF2B5EF4-FFF2-40B4-BE49-F238E27FC236}">
                    <a16:creationId xmlns:a16="http://schemas.microsoft.com/office/drawing/2014/main" id="{DECB33A6-775B-1A42-95E8-73DA8B96513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1" name="Freeform 980">
                <a:extLst>
                  <a:ext uri="{FF2B5EF4-FFF2-40B4-BE49-F238E27FC236}">
                    <a16:creationId xmlns:a16="http://schemas.microsoft.com/office/drawing/2014/main" id="{2619AA7F-A92C-BA49-876D-4FE864A189C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20" name="Group 819">
            <a:extLst>
              <a:ext uri="{FF2B5EF4-FFF2-40B4-BE49-F238E27FC236}">
                <a16:creationId xmlns:a16="http://schemas.microsoft.com/office/drawing/2014/main" id="{381985F4-0019-534F-8CE5-AE9A089DDF51}"/>
              </a:ext>
            </a:extLst>
          </p:cNvPr>
          <p:cNvGrpSpPr/>
          <p:nvPr/>
        </p:nvGrpSpPr>
        <p:grpSpPr>
          <a:xfrm>
            <a:off x="3006309" y="3574194"/>
            <a:ext cx="541338" cy="223023"/>
            <a:chOff x="7493876" y="2774731"/>
            <a:chExt cx="1481958" cy="894622"/>
          </a:xfrm>
        </p:grpSpPr>
        <p:sp>
          <p:nvSpPr>
            <p:cNvPr id="1003" name="Freeform 1002">
              <a:extLst>
                <a:ext uri="{FF2B5EF4-FFF2-40B4-BE49-F238E27FC236}">
                  <a16:creationId xmlns:a16="http://schemas.microsoft.com/office/drawing/2014/main" id="{4CE10CC8-8336-0245-950D-7D623D68111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04" name="Oval 1003">
              <a:extLst>
                <a:ext uri="{FF2B5EF4-FFF2-40B4-BE49-F238E27FC236}">
                  <a16:creationId xmlns:a16="http://schemas.microsoft.com/office/drawing/2014/main" id="{7D977A06-C0BE-1540-88E3-7929A84F78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05" name="Group 1004">
              <a:extLst>
                <a:ext uri="{FF2B5EF4-FFF2-40B4-BE49-F238E27FC236}">
                  <a16:creationId xmlns:a16="http://schemas.microsoft.com/office/drawing/2014/main" id="{19FDDE53-D84C-8442-9D8A-CCD581A3530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06" name="Freeform 1005">
                <a:extLst>
                  <a:ext uri="{FF2B5EF4-FFF2-40B4-BE49-F238E27FC236}">
                    <a16:creationId xmlns:a16="http://schemas.microsoft.com/office/drawing/2014/main" id="{6F6E6FCB-EFD3-7540-AA59-096EB89F325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7" name="Freeform 1006">
                <a:extLst>
                  <a:ext uri="{FF2B5EF4-FFF2-40B4-BE49-F238E27FC236}">
                    <a16:creationId xmlns:a16="http://schemas.microsoft.com/office/drawing/2014/main" id="{2D261D66-4D24-274A-B7FF-FCB547B174B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8" name="Freeform 1007">
                <a:extLst>
                  <a:ext uri="{FF2B5EF4-FFF2-40B4-BE49-F238E27FC236}">
                    <a16:creationId xmlns:a16="http://schemas.microsoft.com/office/drawing/2014/main" id="{F563306F-33C6-A847-92E7-649E85912A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9" name="Freeform 1008">
                <a:extLst>
                  <a:ext uri="{FF2B5EF4-FFF2-40B4-BE49-F238E27FC236}">
                    <a16:creationId xmlns:a16="http://schemas.microsoft.com/office/drawing/2014/main" id="{AEB4B7BE-FCC2-3F4D-8665-4275FF1FEB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9" name="Group 868">
            <a:extLst>
              <a:ext uri="{FF2B5EF4-FFF2-40B4-BE49-F238E27FC236}">
                <a16:creationId xmlns:a16="http://schemas.microsoft.com/office/drawing/2014/main" id="{5524909D-92D6-CB46-8697-C9B8CAE6477E}"/>
              </a:ext>
            </a:extLst>
          </p:cNvPr>
          <p:cNvGrpSpPr/>
          <p:nvPr/>
        </p:nvGrpSpPr>
        <p:grpSpPr>
          <a:xfrm>
            <a:off x="3174116" y="4244835"/>
            <a:ext cx="541338" cy="223023"/>
            <a:chOff x="7493876" y="2774731"/>
            <a:chExt cx="1481958" cy="894622"/>
          </a:xfrm>
        </p:grpSpPr>
        <p:sp>
          <p:nvSpPr>
            <p:cNvPr id="926" name="Freeform 925">
              <a:extLst>
                <a:ext uri="{FF2B5EF4-FFF2-40B4-BE49-F238E27FC236}">
                  <a16:creationId xmlns:a16="http://schemas.microsoft.com/office/drawing/2014/main" id="{3B2D0726-1886-8A49-BDF6-9C8DECE04B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C80EEA86-DEEC-D249-B401-35418DE0268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28" name="Group 927">
              <a:extLst>
                <a:ext uri="{FF2B5EF4-FFF2-40B4-BE49-F238E27FC236}">
                  <a16:creationId xmlns:a16="http://schemas.microsoft.com/office/drawing/2014/main" id="{D1E8DCDB-27F1-AA42-88DA-FD19F1C4028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9" name="Freeform 928">
                <a:extLst>
                  <a:ext uri="{FF2B5EF4-FFF2-40B4-BE49-F238E27FC236}">
                    <a16:creationId xmlns:a16="http://schemas.microsoft.com/office/drawing/2014/main" id="{9508B2E1-C7BF-9740-BE83-39DB94E1E7C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0" name="Freeform 929">
                <a:extLst>
                  <a:ext uri="{FF2B5EF4-FFF2-40B4-BE49-F238E27FC236}">
                    <a16:creationId xmlns:a16="http://schemas.microsoft.com/office/drawing/2014/main" id="{521758E3-0DD8-204F-A905-0354031EA03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1" name="Freeform 930">
                <a:extLst>
                  <a:ext uri="{FF2B5EF4-FFF2-40B4-BE49-F238E27FC236}">
                    <a16:creationId xmlns:a16="http://schemas.microsoft.com/office/drawing/2014/main" id="{7DAC71D7-383B-4540-A8A4-4AEA3CFAE88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2" name="Freeform 931">
                <a:extLst>
                  <a:ext uri="{FF2B5EF4-FFF2-40B4-BE49-F238E27FC236}">
                    <a16:creationId xmlns:a16="http://schemas.microsoft.com/office/drawing/2014/main" id="{890040AB-E90B-C742-90BE-0BDFCAC68D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1" name="Group 860">
            <a:extLst>
              <a:ext uri="{FF2B5EF4-FFF2-40B4-BE49-F238E27FC236}">
                <a16:creationId xmlns:a16="http://schemas.microsoft.com/office/drawing/2014/main" id="{D449FF35-FAF6-E449-9A22-F811CE472966}"/>
              </a:ext>
            </a:extLst>
          </p:cNvPr>
          <p:cNvGrpSpPr/>
          <p:nvPr/>
        </p:nvGrpSpPr>
        <p:grpSpPr>
          <a:xfrm>
            <a:off x="5035220" y="3599517"/>
            <a:ext cx="541338" cy="223023"/>
            <a:chOff x="7493876" y="2774731"/>
            <a:chExt cx="1481958" cy="894622"/>
          </a:xfrm>
        </p:grpSpPr>
        <p:sp>
          <p:nvSpPr>
            <p:cNvPr id="982" name="Freeform 981">
              <a:extLst>
                <a:ext uri="{FF2B5EF4-FFF2-40B4-BE49-F238E27FC236}">
                  <a16:creationId xmlns:a16="http://schemas.microsoft.com/office/drawing/2014/main" id="{C7B6FB0D-082A-3945-9A3E-A5F7186297E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83" name="Oval 982">
              <a:extLst>
                <a:ext uri="{FF2B5EF4-FFF2-40B4-BE49-F238E27FC236}">
                  <a16:creationId xmlns:a16="http://schemas.microsoft.com/office/drawing/2014/main" id="{4EF624E0-71DE-964A-8571-4D8C1996401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84" name="Group 983">
              <a:extLst>
                <a:ext uri="{FF2B5EF4-FFF2-40B4-BE49-F238E27FC236}">
                  <a16:creationId xmlns:a16="http://schemas.microsoft.com/office/drawing/2014/main" id="{30E6BF43-A210-1E4C-BAD2-D624181508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5" name="Freeform 984">
                <a:extLst>
                  <a:ext uri="{FF2B5EF4-FFF2-40B4-BE49-F238E27FC236}">
                    <a16:creationId xmlns:a16="http://schemas.microsoft.com/office/drawing/2014/main" id="{F4D1AD34-F02F-9941-970C-35B2968329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6" name="Freeform 985">
                <a:extLst>
                  <a:ext uri="{FF2B5EF4-FFF2-40B4-BE49-F238E27FC236}">
                    <a16:creationId xmlns:a16="http://schemas.microsoft.com/office/drawing/2014/main" id="{0F5A4911-FBD2-E540-9A2F-3E431D553D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7" name="Freeform 986">
                <a:extLst>
                  <a:ext uri="{FF2B5EF4-FFF2-40B4-BE49-F238E27FC236}">
                    <a16:creationId xmlns:a16="http://schemas.microsoft.com/office/drawing/2014/main" id="{DCAAD9B9-53E3-A344-9344-FD09758AEB0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8" name="Freeform 987">
                <a:extLst>
                  <a:ext uri="{FF2B5EF4-FFF2-40B4-BE49-F238E27FC236}">
                    <a16:creationId xmlns:a16="http://schemas.microsoft.com/office/drawing/2014/main" id="{7E121ADB-28BD-A34D-864D-CAE2965181F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16" name="Group 815">
            <a:extLst>
              <a:ext uri="{FF2B5EF4-FFF2-40B4-BE49-F238E27FC236}">
                <a16:creationId xmlns:a16="http://schemas.microsoft.com/office/drawing/2014/main" id="{5D57186B-96C6-4245-A5CD-2EC8F02FE2C5}"/>
              </a:ext>
            </a:extLst>
          </p:cNvPr>
          <p:cNvGrpSpPr/>
          <p:nvPr/>
        </p:nvGrpSpPr>
        <p:grpSpPr>
          <a:xfrm>
            <a:off x="4063759" y="3387078"/>
            <a:ext cx="541338" cy="223023"/>
            <a:chOff x="7493876" y="2774731"/>
            <a:chExt cx="1481958" cy="894622"/>
          </a:xfrm>
        </p:grpSpPr>
        <p:sp>
          <p:nvSpPr>
            <p:cNvPr id="1031" name="Freeform 1030">
              <a:extLst>
                <a:ext uri="{FF2B5EF4-FFF2-40B4-BE49-F238E27FC236}">
                  <a16:creationId xmlns:a16="http://schemas.microsoft.com/office/drawing/2014/main" id="{F884C67D-5359-0D4B-92F3-51236F5721A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C3DDEC0B-9B46-6E40-AFA7-85DD71E00D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AFA389A2-1145-6742-AFF5-BBE2D79E08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4" name="Freeform 1033">
                <a:extLst>
                  <a:ext uri="{FF2B5EF4-FFF2-40B4-BE49-F238E27FC236}">
                    <a16:creationId xmlns:a16="http://schemas.microsoft.com/office/drawing/2014/main" id="{D4EB8805-ED69-3A4C-B790-5B0BE9CAFC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5" name="Freeform 1034">
                <a:extLst>
                  <a:ext uri="{FF2B5EF4-FFF2-40B4-BE49-F238E27FC236}">
                    <a16:creationId xmlns:a16="http://schemas.microsoft.com/office/drawing/2014/main" id="{F9160B87-94D9-4746-9AB1-F94A2850C65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6" name="Freeform 1035">
                <a:extLst>
                  <a:ext uri="{FF2B5EF4-FFF2-40B4-BE49-F238E27FC236}">
                    <a16:creationId xmlns:a16="http://schemas.microsoft.com/office/drawing/2014/main" id="{AC514A69-8535-9F4F-9082-9C0664FDD7D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7" name="Freeform 1036">
                <a:extLst>
                  <a:ext uri="{FF2B5EF4-FFF2-40B4-BE49-F238E27FC236}">
                    <a16:creationId xmlns:a16="http://schemas.microsoft.com/office/drawing/2014/main" id="{16FAD8F4-5C16-3548-9F13-8A162DB18CB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0" name="Group 518">
            <a:extLst>
              <a:ext uri="{FF2B5EF4-FFF2-40B4-BE49-F238E27FC236}">
                <a16:creationId xmlns:a16="http://schemas.microsoft.com/office/drawing/2014/main" id="{5B45D9C6-3CE7-2041-98FA-CDA4548CA9EC}"/>
              </a:ext>
            </a:extLst>
          </p:cNvPr>
          <p:cNvGrpSpPr>
            <a:grpSpLocks/>
          </p:cNvGrpSpPr>
          <p:nvPr/>
        </p:nvGrpSpPr>
        <p:grpSpPr bwMode="auto">
          <a:xfrm>
            <a:off x="3725700" y="3866529"/>
            <a:ext cx="528442" cy="338554"/>
            <a:chOff x="5634518" y="2652249"/>
            <a:chExt cx="528092" cy="338174"/>
          </a:xfrm>
        </p:grpSpPr>
        <p:sp>
          <p:nvSpPr>
            <p:cNvPr id="323" name="Oval 521">
              <a:extLst>
                <a:ext uri="{FF2B5EF4-FFF2-40B4-BE49-F238E27FC236}">
                  <a16:creationId xmlns:a16="http://schemas.microsoft.com/office/drawing/2014/main" id="{8C2B1233-55C2-9047-95E3-7365B78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518" y="2672371"/>
              <a:ext cx="528092" cy="30480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TextBox 522">
              <a:extLst>
                <a:ext uri="{FF2B5EF4-FFF2-40B4-BE49-F238E27FC236}">
                  <a16:creationId xmlns:a16="http://schemas.microsoft.com/office/drawing/2014/main" id="{A334D512-2736-F84E-A319-19B29AF83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5246" y="2652249"/>
              <a:ext cx="447262" cy="338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IXP</a:t>
              </a:r>
            </a:p>
          </p:txBody>
        </p:sp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58E5558D-3D33-544A-9618-E00C8D6923C7}"/>
              </a:ext>
            </a:extLst>
          </p:cNvPr>
          <p:cNvGrpSpPr/>
          <p:nvPr/>
        </p:nvGrpSpPr>
        <p:grpSpPr>
          <a:xfrm>
            <a:off x="4850868" y="4354439"/>
            <a:ext cx="541338" cy="223023"/>
            <a:chOff x="7493876" y="2774731"/>
            <a:chExt cx="1481958" cy="894622"/>
          </a:xfrm>
        </p:grpSpPr>
        <p:sp>
          <p:nvSpPr>
            <p:cNvPr id="940" name="Freeform 939">
              <a:extLst>
                <a:ext uri="{FF2B5EF4-FFF2-40B4-BE49-F238E27FC236}">
                  <a16:creationId xmlns:a16="http://schemas.microsoft.com/office/drawing/2014/main" id="{CE49F0E8-4CAB-264C-AC25-083099BD35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FDB92030-8F0D-8048-BA6F-8E94CCC52E4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42" name="Group 941">
              <a:extLst>
                <a:ext uri="{FF2B5EF4-FFF2-40B4-BE49-F238E27FC236}">
                  <a16:creationId xmlns:a16="http://schemas.microsoft.com/office/drawing/2014/main" id="{E584775B-EF39-E641-9296-62D0E98EBD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3" name="Freeform 942">
                <a:extLst>
                  <a:ext uri="{FF2B5EF4-FFF2-40B4-BE49-F238E27FC236}">
                    <a16:creationId xmlns:a16="http://schemas.microsoft.com/office/drawing/2014/main" id="{5FDEF6E3-E3EE-6C46-9470-4C6034153EA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4" name="Freeform 943">
                <a:extLst>
                  <a:ext uri="{FF2B5EF4-FFF2-40B4-BE49-F238E27FC236}">
                    <a16:creationId xmlns:a16="http://schemas.microsoft.com/office/drawing/2014/main" id="{F09DCEA1-EA74-5942-A863-43EE3356891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5" name="Freeform 944">
                <a:extLst>
                  <a:ext uri="{FF2B5EF4-FFF2-40B4-BE49-F238E27FC236}">
                    <a16:creationId xmlns:a16="http://schemas.microsoft.com/office/drawing/2014/main" id="{7E4A31FF-3937-8145-99B6-C539859E71D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6" name="Freeform 945">
                <a:extLst>
                  <a:ext uri="{FF2B5EF4-FFF2-40B4-BE49-F238E27FC236}">
                    <a16:creationId xmlns:a16="http://schemas.microsoft.com/office/drawing/2014/main" id="{AE42ABD3-20A1-3A47-A5A0-6B9BD70524B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19" name="Group 818">
            <a:extLst>
              <a:ext uri="{FF2B5EF4-FFF2-40B4-BE49-F238E27FC236}">
                <a16:creationId xmlns:a16="http://schemas.microsoft.com/office/drawing/2014/main" id="{BC079EE2-B5B9-1946-83CA-FB5D7C12BB3C}"/>
              </a:ext>
            </a:extLst>
          </p:cNvPr>
          <p:cNvGrpSpPr/>
          <p:nvPr/>
        </p:nvGrpSpPr>
        <p:grpSpPr>
          <a:xfrm>
            <a:off x="1961556" y="3421433"/>
            <a:ext cx="541338" cy="223023"/>
            <a:chOff x="7493876" y="2774731"/>
            <a:chExt cx="1481958" cy="894622"/>
          </a:xfrm>
        </p:grpSpPr>
        <p:sp>
          <p:nvSpPr>
            <p:cNvPr id="1010" name="Freeform 1009">
              <a:extLst>
                <a:ext uri="{FF2B5EF4-FFF2-40B4-BE49-F238E27FC236}">
                  <a16:creationId xmlns:a16="http://schemas.microsoft.com/office/drawing/2014/main" id="{92DD86F6-73AF-224B-B049-218E0EE4D53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011" name="Oval 1010">
              <a:extLst>
                <a:ext uri="{FF2B5EF4-FFF2-40B4-BE49-F238E27FC236}">
                  <a16:creationId xmlns:a16="http://schemas.microsoft.com/office/drawing/2014/main" id="{620B6D4B-4DE6-3F40-A4F5-C34D0B6BA0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012" name="Group 1011">
              <a:extLst>
                <a:ext uri="{FF2B5EF4-FFF2-40B4-BE49-F238E27FC236}">
                  <a16:creationId xmlns:a16="http://schemas.microsoft.com/office/drawing/2014/main" id="{79E8750B-383B-4641-8E1B-82CF46F5FE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13" name="Freeform 1012">
                <a:extLst>
                  <a:ext uri="{FF2B5EF4-FFF2-40B4-BE49-F238E27FC236}">
                    <a16:creationId xmlns:a16="http://schemas.microsoft.com/office/drawing/2014/main" id="{1A6B8441-BBF6-4A40-BA5C-5AA0E5DC708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4" name="Freeform 1013">
                <a:extLst>
                  <a:ext uri="{FF2B5EF4-FFF2-40B4-BE49-F238E27FC236}">
                    <a16:creationId xmlns:a16="http://schemas.microsoft.com/office/drawing/2014/main" id="{30818833-5C97-7548-9F55-3C0175E588E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5" name="Freeform 1014">
                <a:extLst>
                  <a:ext uri="{FF2B5EF4-FFF2-40B4-BE49-F238E27FC236}">
                    <a16:creationId xmlns:a16="http://schemas.microsoft.com/office/drawing/2014/main" id="{9E3C655D-3A7D-E14F-A7F2-F9D4BE59CFE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6" name="Freeform 1015">
                <a:extLst>
                  <a:ext uri="{FF2B5EF4-FFF2-40B4-BE49-F238E27FC236}">
                    <a16:creationId xmlns:a16="http://schemas.microsoft.com/office/drawing/2014/main" id="{4F322FCA-51A6-1E49-B553-D74D173229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325" name="Straight Connector 500">
            <a:extLst>
              <a:ext uri="{FF2B5EF4-FFF2-40B4-BE49-F238E27FC236}">
                <a16:creationId xmlns:a16="http://schemas.microsoft.com/office/drawing/2014/main" id="{EF8338AF-209E-814B-90EA-03D0FD1B42C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228429" y="2763577"/>
            <a:ext cx="38100" cy="309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Straight Connector 501">
            <a:extLst>
              <a:ext uri="{FF2B5EF4-FFF2-40B4-BE49-F238E27FC236}">
                <a16:creationId xmlns:a16="http://schemas.microsoft.com/office/drawing/2014/main" id="{A4EF59C7-39D5-A64B-9E1B-7D8DD234CDB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07767" y="3044565"/>
            <a:ext cx="123825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Straight Connector 514">
            <a:extLst>
              <a:ext uri="{FF2B5EF4-FFF2-40B4-BE49-F238E27FC236}">
                <a16:creationId xmlns:a16="http://schemas.microsoft.com/office/drawing/2014/main" id="{9AB43EDB-FC7A-3149-8AC7-F57E5F976F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28392" y="4141527"/>
            <a:ext cx="2032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Straight Connector 39941">
            <a:extLst>
              <a:ext uri="{FF2B5EF4-FFF2-40B4-BE49-F238E27FC236}">
                <a16:creationId xmlns:a16="http://schemas.microsoft.com/office/drawing/2014/main" id="{CB780043-4D09-4C44-814E-EA66A3A2354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457029" y="3597015"/>
            <a:ext cx="430213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7" name="Group 153">
            <a:extLst>
              <a:ext uri="{FF2B5EF4-FFF2-40B4-BE49-F238E27FC236}">
                <a16:creationId xmlns:a16="http://schemas.microsoft.com/office/drawing/2014/main" id="{D3F39309-4CCA-1346-A4B3-93C528C3A3F3}"/>
              </a:ext>
            </a:extLst>
          </p:cNvPr>
          <p:cNvGrpSpPr>
            <a:grpSpLocks/>
          </p:cNvGrpSpPr>
          <p:nvPr/>
        </p:nvGrpSpPr>
        <p:grpSpPr bwMode="auto">
          <a:xfrm>
            <a:off x="825802" y="2464251"/>
            <a:ext cx="648509" cy="418221"/>
            <a:chOff x="3053396" y="4304255"/>
            <a:chExt cx="648422" cy="418253"/>
          </a:xfrm>
        </p:grpSpPr>
        <p:sp>
          <p:nvSpPr>
            <p:cNvPr id="45" name="Freeform 84">
              <a:extLst>
                <a:ext uri="{FF2B5EF4-FFF2-40B4-BE49-F238E27FC236}">
                  <a16:creationId xmlns:a16="http://schemas.microsoft.com/office/drawing/2014/main" id="{07DE4F60-83A5-0341-A9C1-1548C4278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TextBox 155">
              <a:extLst>
                <a:ext uri="{FF2B5EF4-FFF2-40B4-BE49-F238E27FC236}">
                  <a16:creationId xmlns:a16="http://schemas.microsoft.com/office/drawing/2014/main" id="{661C5E06-AA77-3D42-A208-2104FCC9B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10" name="Group 131">
            <a:extLst>
              <a:ext uri="{FF2B5EF4-FFF2-40B4-BE49-F238E27FC236}">
                <a16:creationId xmlns:a16="http://schemas.microsoft.com/office/drawing/2014/main" id="{15FE5D2D-CFDD-2545-AD30-9375E330E58E}"/>
              </a:ext>
            </a:extLst>
          </p:cNvPr>
          <p:cNvGrpSpPr>
            <a:grpSpLocks/>
          </p:cNvGrpSpPr>
          <p:nvPr/>
        </p:nvGrpSpPr>
        <p:grpSpPr bwMode="auto">
          <a:xfrm>
            <a:off x="444750" y="2857920"/>
            <a:ext cx="648509" cy="418221"/>
            <a:chOff x="3053396" y="4304255"/>
            <a:chExt cx="648422" cy="418253"/>
          </a:xfrm>
        </p:grpSpPr>
        <p:sp>
          <p:nvSpPr>
            <p:cNvPr id="59" name="Freeform 84">
              <a:extLst>
                <a:ext uri="{FF2B5EF4-FFF2-40B4-BE49-F238E27FC236}">
                  <a16:creationId xmlns:a16="http://schemas.microsoft.com/office/drawing/2014/main" id="{0C318F62-493F-244E-9A3D-74FDA424F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Box 133">
              <a:extLst>
                <a:ext uri="{FF2B5EF4-FFF2-40B4-BE49-F238E27FC236}">
                  <a16:creationId xmlns:a16="http://schemas.microsoft.com/office/drawing/2014/main" id="{45ED4CFD-305F-FD49-AB6C-BC96E8D76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cxnSp>
        <p:nvCxnSpPr>
          <p:cNvPr id="330" name="Straight Connector 524">
            <a:extLst>
              <a:ext uri="{FF2B5EF4-FFF2-40B4-BE49-F238E27FC236}">
                <a16:creationId xmlns:a16="http://schemas.microsoft.com/office/drawing/2014/main" id="{25B43DB6-52F3-DE4C-9BA6-B2A747C4C9A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34804" y="3911340"/>
            <a:ext cx="533980" cy="2915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72" name="Group 871">
            <a:extLst>
              <a:ext uri="{FF2B5EF4-FFF2-40B4-BE49-F238E27FC236}">
                <a16:creationId xmlns:a16="http://schemas.microsoft.com/office/drawing/2014/main" id="{A25E589D-842B-C047-A119-3D7A98414FB7}"/>
              </a:ext>
            </a:extLst>
          </p:cNvPr>
          <p:cNvGrpSpPr/>
          <p:nvPr/>
        </p:nvGrpSpPr>
        <p:grpSpPr>
          <a:xfrm>
            <a:off x="1898409" y="4124131"/>
            <a:ext cx="541338" cy="223023"/>
            <a:chOff x="7493876" y="2774731"/>
            <a:chExt cx="1481958" cy="894622"/>
          </a:xfrm>
        </p:grpSpPr>
        <p:sp>
          <p:nvSpPr>
            <p:cNvPr id="905" name="Freeform 904">
              <a:extLst>
                <a:ext uri="{FF2B5EF4-FFF2-40B4-BE49-F238E27FC236}">
                  <a16:creationId xmlns:a16="http://schemas.microsoft.com/office/drawing/2014/main" id="{81EA2F3C-5A7E-8343-AB35-2ABC44A9D32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06" name="Oval 905">
              <a:extLst>
                <a:ext uri="{FF2B5EF4-FFF2-40B4-BE49-F238E27FC236}">
                  <a16:creationId xmlns:a16="http://schemas.microsoft.com/office/drawing/2014/main" id="{5FDE10E8-50B3-BC4D-AC25-C68EBCF695D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07" name="Group 906">
              <a:extLst>
                <a:ext uri="{FF2B5EF4-FFF2-40B4-BE49-F238E27FC236}">
                  <a16:creationId xmlns:a16="http://schemas.microsoft.com/office/drawing/2014/main" id="{0B8FD6CA-C921-9744-A760-55D802E5FF4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8" name="Freeform 907">
                <a:extLst>
                  <a:ext uri="{FF2B5EF4-FFF2-40B4-BE49-F238E27FC236}">
                    <a16:creationId xmlns:a16="http://schemas.microsoft.com/office/drawing/2014/main" id="{4807C980-FDBE-794F-AD74-6D2BF0D484E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9" name="Freeform 908">
                <a:extLst>
                  <a:ext uri="{FF2B5EF4-FFF2-40B4-BE49-F238E27FC236}">
                    <a16:creationId xmlns:a16="http://schemas.microsoft.com/office/drawing/2014/main" id="{26F08AE6-E4B5-0D4B-815F-50BAD5E7146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0" name="Freeform 909">
                <a:extLst>
                  <a:ext uri="{FF2B5EF4-FFF2-40B4-BE49-F238E27FC236}">
                    <a16:creationId xmlns:a16="http://schemas.microsoft.com/office/drawing/2014/main" id="{3314964C-B1A5-6944-90A3-2DB4945602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1" name="Freeform 910">
                <a:extLst>
                  <a:ext uri="{FF2B5EF4-FFF2-40B4-BE49-F238E27FC236}">
                    <a16:creationId xmlns:a16="http://schemas.microsoft.com/office/drawing/2014/main" id="{52A2021F-EAC2-B84A-9171-8219D4BDC09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349" name="Straight Connector 510">
            <a:extLst>
              <a:ext uri="{FF2B5EF4-FFF2-40B4-BE49-F238E27FC236}">
                <a16:creationId xmlns:a16="http://schemas.microsoft.com/office/drawing/2014/main" id="{B29E275D-8845-6E40-A08F-12FF3311E17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785153" y="4918608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0" name="Straight Connector 509">
            <a:extLst>
              <a:ext uri="{FF2B5EF4-FFF2-40B4-BE49-F238E27FC236}">
                <a16:creationId xmlns:a16="http://schemas.microsoft.com/office/drawing/2014/main" id="{15E7E8CE-D231-0443-8237-9CDCCE54325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763053" y="5558371"/>
            <a:ext cx="520700" cy="1698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1" name="Straight Connector 511">
            <a:extLst>
              <a:ext uri="{FF2B5EF4-FFF2-40B4-BE49-F238E27FC236}">
                <a16:creationId xmlns:a16="http://schemas.microsoft.com/office/drawing/2014/main" id="{DDF17605-AB1A-CD4B-919C-6D6D051BCF0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067603" y="5563133"/>
            <a:ext cx="306387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" name="Group 175">
            <a:extLst>
              <a:ext uri="{FF2B5EF4-FFF2-40B4-BE49-F238E27FC236}">
                <a16:creationId xmlns:a16="http://schemas.microsoft.com/office/drawing/2014/main" id="{134DD520-7978-5747-B557-6216C572DFE6}"/>
              </a:ext>
            </a:extLst>
          </p:cNvPr>
          <p:cNvGrpSpPr>
            <a:grpSpLocks/>
          </p:cNvGrpSpPr>
          <p:nvPr/>
        </p:nvGrpSpPr>
        <p:grpSpPr bwMode="auto">
          <a:xfrm>
            <a:off x="2807269" y="5651705"/>
            <a:ext cx="648509" cy="418221"/>
            <a:chOff x="3053396" y="4304255"/>
            <a:chExt cx="648422" cy="418253"/>
          </a:xfrm>
        </p:grpSpPr>
        <p:sp>
          <p:nvSpPr>
            <p:cNvPr id="31" name="Freeform 84">
              <a:extLst>
                <a:ext uri="{FF2B5EF4-FFF2-40B4-BE49-F238E27FC236}">
                  <a16:creationId xmlns:a16="http://schemas.microsoft.com/office/drawing/2014/main" id="{C577F5FD-5D66-CF43-8149-2A5429C89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177">
              <a:extLst>
                <a:ext uri="{FF2B5EF4-FFF2-40B4-BE49-F238E27FC236}">
                  <a16:creationId xmlns:a16="http://schemas.microsoft.com/office/drawing/2014/main" id="{AA8FB1A9-24AA-6944-82EC-BE9D92626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23" name="Group 172">
            <a:extLst>
              <a:ext uri="{FF2B5EF4-FFF2-40B4-BE49-F238E27FC236}">
                <a16:creationId xmlns:a16="http://schemas.microsoft.com/office/drawing/2014/main" id="{7C2A35D0-56CA-3641-A6F1-6B3B15ECC563}"/>
              </a:ext>
            </a:extLst>
          </p:cNvPr>
          <p:cNvGrpSpPr>
            <a:grpSpLocks/>
          </p:cNvGrpSpPr>
          <p:nvPr/>
        </p:nvGrpSpPr>
        <p:grpSpPr bwMode="auto">
          <a:xfrm>
            <a:off x="4026633" y="5804093"/>
            <a:ext cx="648509" cy="418221"/>
            <a:chOff x="3053396" y="4304255"/>
            <a:chExt cx="648422" cy="418253"/>
          </a:xfrm>
        </p:grpSpPr>
        <p:sp>
          <p:nvSpPr>
            <p:cNvPr id="33" name="Freeform 84">
              <a:extLst>
                <a:ext uri="{FF2B5EF4-FFF2-40B4-BE49-F238E27FC236}">
                  <a16:creationId xmlns:a16="http://schemas.microsoft.com/office/drawing/2014/main" id="{8AAD2739-378D-9246-AF78-87DAEF7F2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TextBox 174">
              <a:extLst>
                <a:ext uri="{FF2B5EF4-FFF2-40B4-BE49-F238E27FC236}">
                  <a16:creationId xmlns:a16="http://schemas.microsoft.com/office/drawing/2014/main" id="{E7F13F8B-3A00-D34F-9D41-965BF8458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22" name="Group 169">
            <a:extLst>
              <a:ext uri="{FF2B5EF4-FFF2-40B4-BE49-F238E27FC236}">
                <a16:creationId xmlns:a16="http://schemas.microsoft.com/office/drawing/2014/main" id="{188C2074-F159-A84A-BA68-5AB5304751BC}"/>
              </a:ext>
            </a:extLst>
          </p:cNvPr>
          <p:cNvGrpSpPr>
            <a:grpSpLocks/>
          </p:cNvGrpSpPr>
          <p:nvPr/>
        </p:nvGrpSpPr>
        <p:grpSpPr bwMode="auto">
          <a:xfrm>
            <a:off x="4941156" y="5664404"/>
            <a:ext cx="648509" cy="418221"/>
            <a:chOff x="3053396" y="4304255"/>
            <a:chExt cx="648422" cy="418253"/>
          </a:xfrm>
        </p:grpSpPr>
        <p:sp>
          <p:nvSpPr>
            <p:cNvPr id="35" name="Freeform 84">
              <a:extLst>
                <a:ext uri="{FF2B5EF4-FFF2-40B4-BE49-F238E27FC236}">
                  <a16:creationId xmlns:a16="http://schemas.microsoft.com/office/drawing/2014/main" id="{BDC6D0EF-413A-9E4D-9647-D0D2FE444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96" y="4304255"/>
              <a:ext cx="596988" cy="41825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171">
              <a:extLst>
                <a:ext uri="{FF2B5EF4-FFF2-40B4-BE49-F238E27FC236}">
                  <a16:creationId xmlns:a16="http://schemas.microsoft.com/office/drawing/2014/main" id="{FE5336A0-2A38-3C4B-B598-A66CCCFD5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8029" y="4323258"/>
              <a:ext cx="583789" cy="353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access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</a:t>
              </a:r>
            </a:p>
          </p:txBody>
        </p:sp>
      </p:grpSp>
      <p:grpSp>
        <p:nvGrpSpPr>
          <p:cNvPr id="870" name="Group 869">
            <a:extLst>
              <a:ext uri="{FF2B5EF4-FFF2-40B4-BE49-F238E27FC236}">
                <a16:creationId xmlns:a16="http://schemas.microsoft.com/office/drawing/2014/main" id="{2201EDA2-F87D-BF47-BEA0-21B0A24F495A}"/>
              </a:ext>
            </a:extLst>
          </p:cNvPr>
          <p:cNvGrpSpPr/>
          <p:nvPr/>
        </p:nvGrpSpPr>
        <p:grpSpPr>
          <a:xfrm>
            <a:off x="3418441" y="4759065"/>
            <a:ext cx="541338" cy="223023"/>
            <a:chOff x="7493876" y="2774731"/>
            <a:chExt cx="1481958" cy="894622"/>
          </a:xfrm>
        </p:grpSpPr>
        <p:sp>
          <p:nvSpPr>
            <p:cNvPr id="919" name="Freeform 918">
              <a:extLst>
                <a:ext uri="{FF2B5EF4-FFF2-40B4-BE49-F238E27FC236}">
                  <a16:creationId xmlns:a16="http://schemas.microsoft.com/office/drawing/2014/main" id="{7BACFFDC-142B-174A-BFED-E6176627DB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6B0BD693-1861-1344-9C54-9555107E799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21" name="Group 920">
              <a:extLst>
                <a:ext uri="{FF2B5EF4-FFF2-40B4-BE49-F238E27FC236}">
                  <a16:creationId xmlns:a16="http://schemas.microsoft.com/office/drawing/2014/main" id="{0019A1FA-0729-AB44-ACE4-09350E33F46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" name="Freeform 921">
                <a:extLst>
                  <a:ext uri="{FF2B5EF4-FFF2-40B4-BE49-F238E27FC236}">
                    <a16:creationId xmlns:a16="http://schemas.microsoft.com/office/drawing/2014/main" id="{FA1FC1ED-CBBF-5F44-A7FA-778F742FE76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3" name="Freeform 922">
                <a:extLst>
                  <a:ext uri="{FF2B5EF4-FFF2-40B4-BE49-F238E27FC236}">
                    <a16:creationId xmlns:a16="http://schemas.microsoft.com/office/drawing/2014/main" id="{6C0ECFD1-933A-B74E-BFEE-72B00BC4C3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4" name="Freeform 923">
                <a:extLst>
                  <a:ext uri="{FF2B5EF4-FFF2-40B4-BE49-F238E27FC236}">
                    <a16:creationId xmlns:a16="http://schemas.microsoft.com/office/drawing/2014/main" id="{FF559D91-8CE3-6E40-B135-CC54DC6069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5" name="Freeform 924">
                <a:extLst>
                  <a:ext uri="{FF2B5EF4-FFF2-40B4-BE49-F238E27FC236}">
                    <a16:creationId xmlns:a16="http://schemas.microsoft.com/office/drawing/2014/main" id="{4747411F-F0D6-A548-A80F-4ED08DE503B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34C3F37-2EC8-8C40-A875-EED0086B4874}"/>
              </a:ext>
            </a:extLst>
          </p:cNvPr>
          <p:cNvGrpSpPr/>
          <p:nvPr/>
        </p:nvGrpSpPr>
        <p:grpSpPr>
          <a:xfrm>
            <a:off x="950746" y="2204864"/>
            <a:ext cx="6847389" cy="3478542"/>
            <a:chOff x="2344724" y="2457440"/>
            <a:chExt cx="6847389" cy="34785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69BF921-3AC7-1044-A538-669A3FC8CEA7}"/>
                </a:ext>
              </a:extLst>
            </p:cNvPr>
            <p:cNvGrpSpPr/>
            <p:nvPr/>
          </p:nvGrpSpPr>
          <p:grpSpPr>
            <a:xfrm>
              <a:off x="2557552" y="3624662"/>
              <a:ext cx="6096000" cy="799432"/>
              <a:chOff x="1031788" y="6401642"/>
              <a:chExt cx="6096000" cy="799432"/>
            </a:xfrm>
          </p:grpSpPr>
          <p:sp>
            <p:nvSpPr>
              <p:cNvPr id="331" name="Oval 11">
                <a:extLst>
                  <a:ext uri="{FF2B5EF4-FFF2-40B4-BE49-F238E27FC236}">
                    <a16:creationId xmlns:a16="http://schemas.microsoft.com/office/drawing/2014/main" id="{E061FF7A-2BDA-1049-851F-9E7040663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1788" y="6471664"/>
                <a:ext cx="6096000" cy="729410"/>
              </a:xfrm>
              <a:prstGeom prst="ellipse">
                <a:avLst/>
              </a:prstGeom>
              <a:solidFill>
                <a:srgbClr val="FF6600">
                  <a:alpha val="70195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    </a:t>
                </a:r>
              </a:p>
            </p:txBody>
          </p:sp>
          <p:sp>
            <p:nvSpPr>
              <p:cNvPr id="332" name="TextBox 13">
                <a:extLst>
                  <a:ext uri="{FF2B5EF4-FFF2-40B4-BE49-F238E27FC236}">
                    <a16:creationId xmlns:a16="http://schemas.microsoft.com/office/drawing/2014/main" id="{67D6F307-0D89-0E48-8E5A-486474147B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7167" y="6584898"/>
                <a:ext cx="34440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Content provider network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E4BB923-EBFA-A347-B72C-B0E3A24930E5}"/>
                  </a:ext>
                </a:extLst>
              </p:cNvPr>
              <p:cNvGrpSpPr/>
              <p:nvPr/>
            </p:nvGrpSpPr>
            <p:grpSpPr>
              <a:xfrm>
                <a:off x="1602338" y="6401642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851" name="Group 850">
                  <a:extLst>
                    <a:ext uri="{FF2B5EF4-FFF2-40B4-BE49-F238E27FC236}">
                      <a16:creationId xmlns:a16="http://schemas.microsoft.com/office/drawing/2014/main" id="{6E1EA9A4-B18A-EC46-ACB4-D4E9BD73A9BF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852" name="Freeform 851">
                    <a:extLst>
                      <a:ext uri="{FF2B5EF4-FFF2-40B4-BE49-F238E27FC236}">
                        <a16:creationId xmlns:a16="http://schemas.microsoft.com/office/drawing/2014/main" id="{54D758E7-C24C-0946-82F2-A3E32F9840BD}"/>
                      </a:ext>
                    </a:extLst>
                  </p:cNvPr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  <a:gd name="connsiteX0" fmla="*/ 3618 w 651290"/>
                      <a:gd name="connsiteY0" fmla="*/ 593378 h 593378"/>
                      <a:gd name="connsiteX1" fmla="*/ 0 w 651290"/>
                      <a:gd name="connsiteY1" fmla="*/ 242416 h 593378"/>
                      <a:gd name="connsiteX2" fmla="*/ 423338 w 651290"/>
                      <a:gd name="connsiteY2" fmla="*/ 101308 h 593378"/>
                      <a:gd name="connsiteX3" fmla="*/ 647672 w 651290"/>
                      <a:gd name="connsiteY3" fmla="*/ 0 h 593378"/>
                      <a:gd name="connsiteX4" fmla="*/ 651290 w 651290"/>
                      <a:gd name="connsiteY4" fmla="*/ 593378 h 593378"/>
                      <a:gd name="connsiteX5" fmla="*/ 3618 w 651290"/>
                      <a:gd name="connsiteY5" fmla="*/ 593378 h 593378"/>
                      <a:gd name="connsiteX0" fmla="*/ 3618 w 651290"/>
                      <a:gd name="connsiteY0" fmla="*/ 662124 h 662124"/>
                      <a:gd name="connsiteX1" fmla="*/ 0 w 651290"/>
                      <a:gd name="connsiteY1" fmla="*/ 311162 h 662124"/>
                      <a:gd name="connsiteX2" fmla="*/ 376300 w 651290"/>
                      <a:gd name="connsiteY2" fmla="*/ 0 h 662124"/>
                      <a:gd name="connsiteX3" fmla="*/ 647672 w 651290"/>
                      <a:gd name="connsiteY3" fmla="*/ 68746 h 662124"/>
                      <a:gd name="connsiteX4" fmla="*/ 651290 w 651290"/>
                      <a:gd name="connsiteY4" fmla="*/ 662124 h 662124"/>
                      <a:gd name="connsiteX5" fmla="*/ 3618 w 651290"/>
                      <a:gd name="connsiteY5" fmla="*/ 662124 h 662124"/>
                      <a:gd name="connsiteX0" fmla="*/ 0 w 647672"/>
                      <a:gd name="connsiteY0" fmla="*/ 662124 h 662124"/>
                      <a:gd name="connsiteX1" fmla="*/ 123021 w 647672"/>
                      <a:gd name="connsiteY1" fmla="*/ 83217 h 662124"/>
                      <a:gd name="connsiteX2" fmla="*/ 372682 w 647672"/>
                      <a:gd name="connsiteY2" fmla="*/ 0 h 662124"/>
                      <a:gd name="connsiteX3" fmla="*/ 644054 w 647672"/>
                      <a:gd name="connsiteY3" fmla="*/ 68746 h 662124"/>
                      <a:gd name="connsiteX4" fmla="*/ 647672 w 647672"/>
                      <a:gd name="connsiteY4" fmla="*/ 662124 h 662124"/>
                      <a:gd name="connsiteX5" fmla="*/ 0 w 647672"/>
                      <a:gd name="connsiteY5" fmla="*/ 662124 h 662124"/>
                      <a:gd name="connsiteX0" fmla="*/ 7238 w 524651"/>
                      <a:gd name="connsiteY0" fmla="*/ 669360 h 669360"/>
                      <a:gd name="connsiteX1" fmla="*/ 0 w 524651"/>
                      <a:gd name="connsiteY1" fmla="*/ 83217 h 669360"/>
                      <a:gd name="connsiteX2" fmla="*/ 249661 w 524651"/>
                      <a:gd name="connsiteY2" fmla="*/ 0 h 669360"/>
                      <a:gd name="connsiteX3" fmla="*/ 521033 w 524651"/>
                      <a:gd name="connsiteY3" fmla="*/ 68746 h 669360"/>
                      <a:gd name="connsiteX4" fmla="*/ 524651 w 524651"/>
                      <a:gd name="connsiteY4" fmla="*/ 662124 h 669360"/>
                      <a:gd name="connsiteX5" fmla="*/ 7238 w 524651"/>
                      <a:gd name="connsiteY5" fmla="*/ 669360 h 669360"/>
                      <a:gd name="connsiteX0" fmla="*/ 438 w 528706"/>
                      <a:gd name="connsiteY0" fmla="*/ 665742 h 665742"/>
                      <a:gd name="connsiteX1" fmla="*/ 4055 w 528706"/>
                      <a:gd name="connsiteY1" fmla="*/ 83217 h 665742"/>
                      <a:gd name="connsiteX2" fmla="*/ 253716 w 528706"/>
                      <a:gd name="connsiteY2" fmla="*/ 0 h 665742"/>
                      <a:gd name="connsiteX3" fmla="*/ 525088 w 528706"/>
                      <a:gd name="connsiteY3" fmla="*/ 68746 h 665742"/>
                      <a:gd name="connsiteX4" fmla="*/ 528706 w 528706"/>
                      <a:gd name="connsiteY4" fmla="*/ 662124 h 665742"/>
                      <a:gd name="connsiteX5" fmla="*/ 438 w 528706"/>
                      <a:gd name="connsiteY5" fmla="*/ 665742 h 665742"/>
                      <a:gd name="connsiteX0" fmla="*/ 155 w 546514"/>
                      <a:gd name="connsiteY0" fmla="*/ 662124 h 662124"/>
                      <a:gd name="connsiteX1" fmla="*/ 21863 w 546514"/>
                      <a:gd name="connsiteY1" fmla="*/ 83217 h 662124"/>
                      <a:gd name="connsiteX2" fmla="*/ 271524 w 546514"/>
                      <a:gd name="connsiteY2" fmla="*/ 0 h 662124"/>
                      <a:gd name="connsiteX3" fmla="*/ 542896 w 546514"/>
                      <a:gd name="connsiteY3" fmla="*/ 68746 h 662124"/>
                      <a:gd name="connsiteX4" fmla="*/ 546514 w 546514"/>
                      <a:gd name="connsiteY4" fmla="*/ 662124 h 662124"/>
                      <a:gd name="connsiteX5" fmla="*/ 155 w 546514"/>
                      <a:gd name="connsiteY5" fmla="*/ 662124 h 662124"/>
                      <a:gd name="connsiteX0" fmla="*/ 10856 w 524651"/>
                      <a:gd name="connsiteY0" fmla="*/ 658506 h 662124"/>
                      <a:gd name="connsiteX1" fmla="*/ 0 w 524651"/>
                      <a:gd name="connsiteY1" fmla="*/ 83217 h 662124"/>
                      <a:gd name="connsiteX2" fmla="*/ 249661 w 524651"/>
                      <a:gd name="connsiteY2" fmla="*/ 0 h 662124"/>
                      <a:gd name="connsiteX3" fmla="*/ 521033 w 524651"/>
                      <a:gd name="connsiteY3" fmla="*/ 68746 h 662124"/>
                      <a:gd name="connsiteX4" fmla="*/ 524651 w 524651"/>
                      <a:gd name="connsiteY4" fmla="*/ 662124 h 662124"/>
                      <a:gd name="connsiteX5" fmla="*/ 10856 w 524651"/>
                      <a:gd name="connsiteY5" fmla="*/ 658506 h 662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24651" h="662124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8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53" name="Freeform 852">
                    <a:extLst>
                      <a:ext uri="{FF2B5EF4-FFF2-40B4-BE49-F238E27FC236}">
                        <a16:creationId xmlns:a16="http://schemas.microsoft.com/office/drawing/2014/main" id="{A2C8E2EA-C03E-3D40-9309-9A26DB88F7B1}"/>
                      </a:ext>
                    </a:extLst>
                  </p:cNvPr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1290" h="49207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3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856" name="Straight Connector 855">
                    <a:extLst>
                      <a:ext uri="{FF2B5EF4-FFF2-40B4-BE49-F238E27FC236}">
                        <a16:creationId xmlns:a16="http://schemas.microsoft.com/office/drawing/2014/main" id="{7E114527-2240-094A-BD11-84E940566E6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0526" y="2029553"/>
                    <a:ext cx="295249" cy="73468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5" name="Straight Connector 1044">
                    <a:extLst>
                      <a:ext uri="{FF2B5EF4-FFF2-40B4-BE49-F238E27FC236}">
                        <a16:creationId xmlns:a16="http://schemas.microsoft.com/office/drawing/2014/main" id="{1F999166-DE8A-994F-B120-EA761CA93CB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261710"/>
                    <a:ext cx="290369" cy="1675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6" name="Straight Connector 1045">
                    <a:extLst>
                      <a:ext uri="{FF2B5EF4-FFF2-40B4-BE49-F238E27FC236}">
                        <a16:creationId xmlns:a16="http://schemas.microsoft.com/office/drawing/2014/main" id="{6E30271F-9D0F-F741-8A9B-0C408294FF1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151772"/>
                    <a:ext cx="290369" cy="4840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7" name="Straight Connector 1046">
                    <a:extLst>
                      <a:ext uri="{FF2B5EF4-FFF2-40B4-BE49-F238E27FC236}">
                        <a16:creationId xmlns:a16="http://schemas.microsoft.com/office/drawing/2014/main" id="{F330B512-4E42-1647-820B-211C35AA815C}"/>
                      </a:ext>
                    </a:extLst>
                  </p:cNvPr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8" name="Straight Connector 1047">
                    <a:extLst>
                      <a:ext uri="{FF2B5EF4-FFF2-40B4-BE49-F238E27FC236}">
                        <a16:creationId xmlns:a16="http://schemas.microsoft.com/office/drawing/2014/main" id="{BC0EC845-A3BA-0B4F-8261-1D784734BDA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950242" y="1866900"/>
                    <a:ext cx="0" cy="465273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  <a:prstDash val="sys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9" name="Straight Connector 1048">
                    <a:extLst>
                      <a:ext uri="{FF2B5EF4-FFF2-40B4-BE49-F238E27FC236}">
                        <a16:creationId xmlns:a16="http://schemas.microsoft.com/office/drawing/2014/main" id="{1F88AE9A-DB5C-9244-B7C5-18B4779C4D80}"/>
                      </a:ext>
                    </a:extLst>
                  </p:cNvPr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line">
                    <a:avLst/>
                  </a:prstGeom>
                  <a:ln w="15875">
                    <a:solidFill>
                      <a:srgbClr val="0000A8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45" name="Group 844">
                  <a:extLst>
                    <a:ext uri="{FF2B5EF4-FFF2-40B4-BE49-F238E27FC236}">
                      <a16:creationId xmlns:a16="http://schemas.microsoft.com/office/drawing/2014/main" id="{26D04249-9C1C-9C4E-819B-F0D40F827162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1050" name="Group 1049">
                    <a:extLst>
                      <a:ext uri="{FF2B5EF4-FFF2-40B4-BE49-F238E27FC236}">
                        <a16:creationId xmlns:a16="http://schemas.microsoft.com/office/drawing/2014/main" id="{C8E31B1B-A8BD-C348-9DBB-5A47113CE7A0}"/>
                      </a:ext>
                    </a:extLst>
                  </p:cNvPr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1055" name="Freeform 1054">
                      <a:extLst>
                        <a:ext uri="{FF2B5EF4-FFF2-40B4-BE49-F238E27FC236}">
                          <a16:creationId xmlns:a16="http://schemas.microsoft.com/office/drawing/2014/main" id="{0539E2C3-83D8-7842-9BA9-84128A56DB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  <a:gd name="connsiteX0" fmla="*/ 3618 w 651290"/>
                        <a:gd name="connsiteY0" fmla="*/ 593378 h 593378"/>
                        <a:gd name="connsiteX1" fmla="*/ 0 w 651290"/>
                        <a:gd name="connsiteY1" fmla="*/ 242416 h 593378"/>
                        <a:gd name="connsiteX2" fmla="*/ 423338 w 651290"/>
                        <a:gd name="connsiteY2" fmla="*/ 101308 h 593378"/>
                        <a:gd name="connsiteX3" fmla="*/ 647672 w 651290"/>
                        <a:gd name="connsiteY3" fmla="*/ 0 h 593378"/>
                        <a:gd name="connsiteX4" fmla="*/ 651290 w 651290"/>
                        <a:gd name="connsiteY4" fmla="*/ 593378 h 593378"/>
                        <a:gd name="connsiteX5" fmla="*/ 3618 w 651290"/>
                        <a:gd name="connsiteY5" fmla="*/ 593378 h 593378"/>
                        <a:gd name="connsiteX0" fmla="*/ 3618 w 651290"/>
                        <a:gd name="connsiteY0" fmla="*/ 662124 h 662124"/>
                        <a:gd name="connsiteX1" fmla="*/ 0 w 651290"/>
                        <a:gd name="connsiteY1" fmla="*/ 311162 h 662124"/>
                        <a:gd name="connsiteX2" fmla="*/ 376300 w 651290"/>
                        <a:gd name="connsiteY2" fmla="*/ 0 h 662124"/>
                        <a:gd name="connsiteX3" fmla="*/ 647672 w 651290"/>
                        <a:gd name="connsiteY3" fmla="*/ 68746 h 662124"/>
                        <a:gd name="connsiteX4" fmla="*/ 651290 w 651290"/>
                        <a:gd name="connsiteY4" fmla="*/ 662124 h 662124"/>
                        <a:gd name="connsiteX5" fmla="*/ 3618 w 651290"/>
                        <a:gd name="connsiteY5" fmla="*/ 662124 h 662124"/>
                        <a:gd name="connsiteX0" fmla="*/ 0 w 647672"/>
                        <a:gd name="connsiteY0" fmla="*/ 662124 h 662124"/>
                        <a:gd name="connsiteX1" fmla="*/ 123021 w 647672"/>
                        <a:gd name="connsiteY1" fmla="*/ 83217 h 662124"/>
                        <a:gd name="connsiteX2" fmla="*/ 372682 w 647672"/>
                        <a:gd name="connsiteY2" fmla="*/ 0 h 662124"/>
                        <a:gd name="connsiteX3" fmla="*/ 644054 w 647672"/>
                        <a:gd name="connsiteY3" fmla="*/ 68746 h 662124"/>
                        <a:gd name="connsiteX4" fmla="*/ 647672 w 647672"/>
                        <a:gd name="connsiteY4" fmla="*/ 662124 h 662124"/>
                        <a:gd name="connsiteX5" fmla="*/ 0 w 647672"/>
                        <a:gd name="connsiteY5" fmla="*/ 662124 h 662124"/>
                        <a:gd name="connsiteX0" fmla="*/ 7238 w 524651"/>
                        <a:gd name="connsiteY0" fmla="*/ 669360 h 669360"/>
                        <a:gd name="connsiteX1" fmla="*/ 0 w 524651"/>
                        <a:gd name="connsiteY1" fmla="*/ 83217 h 669360"/>
                        <a:gd name="connsiteX2" fmla="*/ 249661 w 524651"/>
                        <a:gd name="connsiteY2" fmla="*/ 0 h 669360"/>
                        <a:gd name="connsiteX3" fmla="*/ 521033 w 524651"/>
                        <a:gd name="connsiteY3" fmla="*/ 68746 h 669360"/>
                        <a:gd name="connsiteX4" fmla="*/ 524651 w 524651"/>
                        <a:gd name="connsiteY4" fmla="*/ 662124 h 669360"/>
                        <a:gd name="connsiteX5" fmla="*/ 7238 w 524651"/>
                        <a:gd name="connsiteY5" fmla="*/ 669360 h 669360"/>
                        <a:gd name="connsiteX0" fmla="*/ 438 w 528706"/>
                        <a:gd name="connsiteY0" fmla="*/ 665742 h 665742"/>
                        <a:gd name="connsiteX1" fmla="*/ 4055 w 528706"/>
                        <a:gd name="connsiteY1" fmla="*/ 83217 h 665742"/>
                        <a:gd name="connsiteX2" fmla="*/ 253716 w 528706"/>
                        <a:gd name="connsiteY2" fmla="*/ 0 h 665742"/>
                        <a:gd name="connsiteX3" fmla="*/ 525088 w 528706"/>
                        <a:gd name="connsiteY3" fmla="*/ 68746 h 665742"/>
                        <a:gd name="connsiteX4" fmla="*/ 528706 w 528706"/>
                        <a:gd name="connsiteY4" fmla="*/ 662124 h 665742"/>
                        <a:gd name="connsiteX5" fmla="*/ 438 w 528706"/>
                        <a:gd name="connsiteY5" fmla="*/ 665742 h 665742"/>
                        <a:gd name="connsiteX0" fmla="*/ 155 w 546514"/>
                        <a:gd name="connsiteY0" fmla="*/ 662124 h 662124"/>
                        <a:gd name="connsiteX1" fmla="*/ 21863 w 546514"/>
                        <a:gd name="connsiteY1" fmla="*/ 83217 h 662124"/>
                        <a:gd name="connsiteX2" fmla="*/ 271524 w 546514"/>
                        <a:gd name="connsiteY2" fmla="*/ 0 h 662124"/>
                        <a:gd name="connsiteX3" fmla="*/ 542896 w 546514"/>
                        <a:gd name="connsiteY3" fmla="*/ 68746 h 662124"/>
                        <a:gd name="connsiteX4" fmla="*/ 546514 w 546514"/>
                        <a:gd name="connsiteY4" fmla="*/ 662124 h 662124"/>
                        <a:gd name="connsiteX5" fmla="*/ 155 w 546514"/>
                        <a:gd name="connsiteY5" fmla="*/ 662124 h 662124"/>
                        <a:gd name="connsiteX0" fmla="*/ 10856 w 524651"/>
                        <a:gd name="connsiteY0" fmla="*/ 658506 h 662124"/>
                        <a:gd name="connsiteX1" fmla="*/ 0 w 524651"/>
                        <a:gd name="connsiteY1" fmla="*/ 83217 h 662124"/>
                        <a:gd name="connsiteX2" fmla="*/ 249661 w 524651"/>
                        <a:gd name="connsiteY2" fmla="*/ 0 h 662124"/>
                        <a:gd name="connsiteX3" fmla="*/ 521033 w 524651"/>
                        <a:gd name="connsiteY3" fmla="*/ 68746 h 662124"/>
                        <a:gd name="connsiteX4" fmla="*/ 524651 w 524651"/>
                        <a:gd name="connsiteY4" fmla="*/ 662124 h 662124"/>
                        <a:gd name="connsiteX5" fmla="*/ 10856 w 524651"/>
                        <a:gd name="connsiteY5" fmla="*/ 658506 h 6621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524651" h="662124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8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56" name="Freeform 1055">
                      <a:extLst>
                        <a:ext uri="{FF2B5EF4-FFF2-40B4-BE49-F238E27FC236}">
                          <a16:creationId xmlns:a16="http://schemas.microsoft.com/office/drawing/2014/main" id="{7F957A9C-F106-0C41-9CB4-AA3B37083F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51290" h="49207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3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57" name="Straight Connector 1056">
                      <a:extLst>
                        <a:ext uri="{FF2B5EF4-FFF2-40B4-BE49-F238E27FC236}">
                          <a16:creationId xmlns:a16="http://schemas.microsoft.com/office/drawing/2014/main" id="{4D8AB269-9C7C-9F4F-BE37-8E69BF1C9AC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0526" y="2029553"/>
                      <a:ext cx="295249" cy="73468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8" name="Straight Connector 1057">
                      <a:extLst>
                        <a:ext uri="{FF2B5EF4-FFF2-40B4-BE49-F238E27FC236}">
                          <a16:creationId xmlns:a16="http://schemas.microsoft.com/office/drawing/2014/main" id="{8C9917B3-A4FD-A648-8288-AC661D555069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261710"/>
                      <a:ext cx="290369" cy="1675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9" name="Straight Connector 1058">
                      <a:extLst>
                        <a:ext uri="{FF2B5EF4-FFF2-40B4-BE49-F238E27FC236}">
                          <a16:creationId xmlns:a16="http://schemas.microsoft.com/office/drawing/2014/main" id="{DA41B1EE-D206-C94C-A493-AE9411518D60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151772"/>
                      <a:ext cx="290369" cy="4840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0" name="Straight Connector 1059">
                      <a:extLst>
                        <a:ext uri="{FF2B5EF4-FFF2-40B4-BE49-F238E27FC236}">
                          <a16:creationId xmlns:a16="http://schemas.microsoft.com/office/drawing/2014/main" id="{6CFB218F-3F64-4A40-B5C3-F9B08935639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1" name="Straight Connector 1060">
                      <a:extLst>
                        <a:ext uri="{FF2B5EF4-FFF2-40B4-BE49-F238E27FC236}">
                          <a16:creationId xmlns:a16="http://schemas.microsoft.com/office/drawing/2014/main" id="{B5889328-72DC-AC45-8A8D-611A9C172BF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950242" y="1866900"/>
                      <a:ext cx="0" cy="465273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  <a:prstDash val="sys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2" name="Straight Connector 1061">
                      <a:extLst>
                        <a:ext uri="{FF2B5EF4-FFF2-40B4-BE49-F238E27FC236}">
                          <a16:creationId xmlns:a16="http://schemas.microsoft.com/office/drawing/2014/main" id="{1DA0436A-6056-AC48-A373-770869324F6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line">
                      <a:avLst/>
                    </a:prstGeom>
                    <a:ln w="15875">
                      <a:solidFill>
                        <a:srgbClr val="0000A8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51" name="Group 1050">
                    <a:extLst>
                      <a:ext uri="{FF2B5EF4-FFF2-40B4-BE49-F238E27FC236}">
                        <a16:creationId xmlns:a16="http://schemas.microsoft.com/office/drawing/2014/main" id="{22A5A7B3-4B87-0A4B-AF9B-A2CEEF9C6A1E}"/>
                      </a:ext>
                    </a:extLst>
                  </p:cNvPr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id="1052" name="Picture 1051" descr="server_rack.png">
                      <a:extLst>
                        <a:ext uri="{FF2B5EF4-FFF2-40B4-BE49-F238E27FC236}">
                          <a16:creationId xmlns:a16="http://schemas.microsoft.com/office/drawing/2014/main" id="{16762D31-A312-9242-9140-75D9B2D49ED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53" name="Picture 1052" descr="server_rack.png">
                      <a:extLst>
                        <a:ext uri="{FF2B5EF4-FFF2-40B4-BE49-F238E27FC236}">
                          <a16:creationId xmlns:a16="http://schemas.microsoft.com/office/drawing/2014/main" id="{67C075EF-ABED-BE4F-80C8-E2E6902028A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54" name="Picture 1053" descr="server_rack.png">
                      <a:extLst>
                        <a:ext uri="{FF2B5EF4-FFF2-40B4-BE49-F238E27FC236}">
                          <a16:creationId xmlns:a16="http://schemas.microsoft.com/office/drawing/2014/main" id="{D6E8731F-56EE-6E43-979F-B938DC83382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grpSp>
            <p:nvGrpSpPr>
              <p:cNvPr id="1063" name="Group 1062">
                <a:extLst>
                  <a:ext uri="{FF2B5EF4-FFF2-40B4-BE49-F238E27FC236}">
                    <a16:creationId xmlns:a16="http://schemas.microsoft.com/office/drawing/2014/main" id="{8DCC768B-82D0-1C4C-BB9C-D294741D09F8}"/>
                  </a:ext>
                </a:extLst>
              </p:cNvPr>
              <p:cNvGrpSpPr/>
              <p:nvPr/>
            </p:nvGrpSpPr>
            <p:grpSpPr>
              <a:xfrm>
                <a:off x="5694561" y="6441153"/>
                <a:ext cx="666346" cy="673100"/>
                <a:chOff x="940359" y="5691959"/>
                <a:chExt cx="692498" cy="672474"/>
              </a:xfrm>
            </p:grpSpPr>
            <p:grpSp>
              <p:nvGrpSpPr>
                <p:cNvPr id="1064" name="Group 1063">
                  <a:extLst>
                    <a:ext uri="{FF2B5EF4-FFF2-40B4-BE49-F238E27FC236}">
                      <a16:creationId xmlns:a16="http://schemas.microsoft.com/office/drawing/2014/main" id="{A646105A-003F-554A-88D4-5069F5E93FFC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594613" cy="648336"/>
                  <a:chOff x="5203089" y="1751190"/>
                  <a:chExt cx="858331" cy="662414"/>
                </a:xfrm>
              </p:grpSpPr>
              <p:sp>
                <p:nvSpPr>
                  <p:cNvPr id="1079" name="Freeform 1078">
                    <a:extLst>
                      <a:ext uri="{FF2B5EF4-FFF2-40B4-BE49-F238E27FC236}">
                        <a16:creationId xmlns:a16="http://schemas.microsoft.com/office/drawing/2014/main" id="{783869E3-485B-9047-AFC5-CF97F1DDB50A}"/>
                      </a:ext>
                    </a:extLst>
                  </p:cNvPr>
                  <p:cNvSpPr/>
                  <p:nvPr/>
                </p:nvSpPr>
                <p:spPr>
                  <a:xfrm>
                    <a:off x="5536769" y="1751190"/>
                    <a:ext cx="524651" cy="662124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  <a:gd name="connsiteX0" fmla="*/ 3618 w 651290"/>
                      <a:gd name="connsiteY0" fmla="*/ 593378 h 593378"/>
                      <a:gd name="connsiteX1" fmla="*/ 0 w 651290"/>
                      <a:gd name="connsiteY1" fmla="*/ 242416 h 593378"/>
                      <a:gd name="connsiteX2" fmla="*/ 423338 w 651290"/>
                      <a:gd name="connsiteY2" fmla="*/ 101308 h 593378"/>
                      <a:gd name="connsiteX3" fmla="*/ 647672 w 651290"/>
                      <a:gd name="connsiteY3" fmla="*/ 0 h 593378"/>
                      <a:gd name="connsiteX4" fmla="*/ 651290 w 651290"/>
                      <a:gd name="connsiteY4" fmla="*/ 593378 h 593378"/>
                      <a:gd name="connsiteX5" fmla="*/ 3618 w 651290"/>
                      <a:gd name="connsiteY5" fmla="*/ 593378 h 593378"/>
                      <a:gd name="connsiteX0" fmla="*/ 3618 w 651290"/>
                      <a:gd name="connsiteY0" fmla="*/ 662124 h 662124"/>
                      <a:gd name="connsiteX1" fmla="*/ 0 w 651290"/>
                      <a:gd name="connsiteY1" fmla="*/ 311162 h 662124"/>
                      <a:gd name="connsiteX2" fmla="*/ 376300 w 651290"/>
                      <a:gd name="connsiteY2" fmla="*/ 0 h 662124"/>
                      <a:gd name="connsiteX3" fmla="*/ 647672 w 651290"/>
                      <a:gd name="connsiteY3" fmla="*/ 68746 h 662124"/>
                      <a:gd name="connsiteX4" fmla="*/ 651290 w 651290"/>
                      <a:gd name="connsiteY4" fmla="*/ 662124 h 662124"/>
                      <a:gd name="connsiteX5" fmla="*/ 3618 w 651290"/>
                      <a:gd name="connsiteY5" fmla="*/ 662124 h 662124"/>
                      <a:gd name="connsiteX0" fmla="*/ 0 w 647672"/>
                      <a:gd name="connsiteY0" fmla="*/ 662124 h 662124"/>
                      <a:gd name="connsiteX1" fmla="*/ 123021 w 647672"/>
                      <a:gd name="connsiteY1" fmla="*/ 83217 h 662124"/>
                      <a:gd name="connsiteX2" fmla="*/ 372682 w 647672"/>
                      <a:gd name="connsiteY2" fmla="*/ 0 h 662124"/>
                      <a:gd name="connsiteX3" fmla="*/ 644054 w 647672"/>
                      <a:gd name="connsiteY3" fmla="*/ 68746 h 662124"/>
                      <a:gd name="connsiteX4" fmla="*/ 647672 w 647672"/>
                      <a:gd name="connsiteY4" fmla="*/ 662124 h 662124"/>
                      <a:gd name="connsiteX5" fmla="*/ 0 w 647672"/>
                      <a:gd name="connsiteY5" fmla="*/ 662124 h 662124"/>
                      <a:gd name="connsiteX0" fmla="*/ 7238 w 524651"/>
                      <a:gd name="connsiteY0" fmla="*/ 669360 h 669360"/>
                      <a:gd name="connsiteX1" fmla="*/ 0 w 524651"/>
                      <a:gd name="connsiteY1" fmla="*/ 83217 h 669360"/>
                      <a:gd name="connsiteX2" fmla="*/ 249661 w 524651"/>
                      <a:gd name="connsiteY2" fmla="*/ 0 h 669360"/>
                      <a:gd name="connsiteX3" fmla="*/ 521033 w 524651"/>
                      <a:gd name="connsiteY3" fmla="*/ 68746 h 669360"/>
                      <a:gd name="connsiteX4" fmla="*/ 524651 w 524651"/>
                      <a:gd name="connsiteY4" fmla="*/ 662124 h 669360"/>
                      <a:gd name="connsiteX5" fmla="*/ 7238 w 524651"/>
                      <a:gd name="connsiteY5" fmla="*/ 669360 h 669360"/>
                      <a:gd name="connsiteX0" fmla="*/ 438 w 528706"/>
                      <a:gd name="connsiteY0" fmla="*/ 665742 h 665742"/>
                      <a:gd name="connsiteX1" fmla="*/ 4055 w 528706"/>
                      <a:gd name="connsiteY1" fmla="*/ 83217 h 665742"/>
                      <a:gd name="connsiteX2" fmla="*/ 253716 w 528706"/>
                      <a:gd name="connsiteY2" fmla="*/ 0 h 665742"/>
                      <a:gd name="connsiteX3" fmla="*/ 525088 w 528706"/>
                      <a:gd name="connsiteY3" fmla="*/ 68746 h 665742"/>
                      <a:gd name="connsiteX4" fmla="*/ 528706 w 528706"/>
                      <a:gd name="connsiteY4" fmla="*/ 662124 h 665742"/>
                      <a:gd name="connsiteX5" fmla="*/ 438 w 528706"/>
                      <a:gd name="connsiteY5" fmla="*/ 665742 h 665742"/>
                      <a:gd name="connsiteX0" fmla="*/ 155 w 546514"/>
                      <a:gd name="connsiteY0" fmla="*/ 662124 h 662124"/>
                      <a:gd name="connsiteX1" fmla="*/ 21863 w 546514"/>
                      <a:gd name="connsiteY1" fmla="*/ 83217 h 662124"/>
                      <a:gd name="connsiteX2" fmla="*/ 271524 w 546514"/>
                      <a:gd name="connsiteY2" fmla="*/ 0 h 662124"/>
                      <a:gd name="connsiteX3" fmla="*/ 542896 w 546514"/>
                      <a:gd name="connsiteY3" fmla="*/ 68746 h 662124"/>
                      <a:gd name="connsiteX4" fmla="*/ 546514 w 546514"/>
                      <a:gd name="connsiteY4" fmla="*/ 662124 h 662124"/>
                      <a:gd name="connsiteX5" fmla="*/ 155 w 546514"/>
                      <a:gd name="connsiteY5" fmla="*/ 662124 h 662124"/>
                      <a:gd name="connsiteX0" fmla="*/ 10856 w 524651"/>
                      <a:gd name="connsiteY0" fmla="*/ 658506 h 662124"/>
                      <a:gd name="connsiteX1" fmla="*/ 0 w 524651"/>
                      <a:gd name="connsiteY1" fmla="*/ 83217 h 662124"/>
                      <a:gd name="connsiteX2" fmla="*/ 249661 w 524651"/>
                      <a:gd name="connsiteY2" fmla="*/ 0 h 662124"/>
                      <a:gd name="connsiteX3" fmla="*/ 521033 w 524651"/>
                      <a:gd name="connsiteY3" fmla="*/ 68746 h 662124"/>
                      <a:gd name="connsiteX4" fmla="*/ 524651 w 524651"/>
                      <a:gd name="connsiteY4" fmla="*/ 662124 h 662124"/>
                      <a:gd name="connsiteX5" fmla="*/ 10856 w 524651"/>
                      <a:gd name="connsiteY5" fmla="*/ 658506 h 662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524651" h="662124">
                        <a:moveTo>
                          <a:pt x="10856" y="658506"/>
                        </a:moveTo>
                        <a:cubicBezTo>
                          <a:pt x="8443" y="463125"/>
                          <a:pt x="2413" y="278598"/>
                          <a:pt x="0" y="83217"/>
                        </a:cubicBezTo>
                        <a:lnTo>
                          <a:pt x="249661" y="0"/>
                        </a:lnTo>
                        <a:lnTo>
                          <a:pt x="521033" y="68746"/>
                        </a:lnTo>
                        <a:lnTo>
                          <a:pt x="524651" y="662124"/>
                        </a:lnTo>
                        <a:lnTo>
                          <a:pt x="10856" y="658506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8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0" name="Freeform 1079">
                    <a:extLst>
                      <a:ext uri="{FF2B5EF4-FFF2-40B4-BE49-F238E27FC236}">
                        <a16:creationId xmlns:a16="http://schemas.microsoft.com/office/drawing/2014/main" id="{8E65AB09-DDF1-6A4D-ABA3-56FB2D4CED46}"/>
                      </a:ext>
                    </a:extLst>
                  </p:cNvPr>
                  <p:cNvSpPr/>
                  <p:nvPr/>
                </p:nvSpPr>
                <p:spPr>
                  <a:xfrm>
                    <a:off x="5203089" y="1921244"/>
                    <a:ext cx="651290" cy="492070"/>
                  </a:xfrm>
                  <a:custGeom>
                    <a:avLst/>
                    <a:gdLst>
                      <a:gd name="connsiteX0" fmla="*/ 3618 w 651290"/>
                      <a:gd name="connsiteY0" fmla="*/ 492070 h 492070"/>
                      <a:gd name="connsiteX1" fmla="*/ 0 w 651290"/>
                      <a:gd name="connsiteY1" fmla="*/ 141108 h 492070"/>
                      <a:gd name="connsiteX2" fmla="*/ 423338 w 651290"/>
                      <a:gd name="connsiteY2" fmla="*/ 0 h 492070"/>
                      <a:gd name="connsiteX3" fmla="*/ 647672 w 651290"/>
                      <a:gd name="connsiteY3" fmla="*/ 57891 h 492070"/>
                      <a:gd name="connsiteX4" fmla="*/ 651290 w 651290"/>
                      <a:gd name="connsiteY4" fmla="*/ 492070 h 492070"/>
                      <a:gd name="connsiteX5" fmla="*/ 3618 w 651290"/>
                      <a:gd name="connsiteY5" fmla="*/ 492070 h 4920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651290" h="492070">
                        <a:moveTo>
                          <a:pt x="3618" y="492070"/>
                        </a:moveTo>
                        <a:lnTo>
                          <a:pt x="0" y="141108"/>
                        </a:lnTo>
                        <a:lnTo>
                          <a:pt x="423338" y="0"/>
                        </a:lnTo>
                        <a:lnTo>
                          <a:pt x="647672" y="57891"/>
                        </a:lnTo>
                        <a:lnTo>
                          <a:pt x="651290" y="492070"/>
                        </a:lnTo>
                        <a:lnTo>
                          <a:pt x="3618" y="492070"/>
                        </a:lnTo>
                        <a:close/>
                      </a:path>
                    </a:pathLst>
                  </a:custGeom>
                  <a:solidFill>
                    <a:srgbClr val="E0EBF1"/>
                  </a:solidFill>
                  <a:ln w="12700">
                    <a:solidFill>
                      <a:srgbClr val="0000A3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cxnSp>
                <p:nvCxnSpPr>
                  <p:cNvPr id="1081" name="Straight Connector 1080">
                    <a:extLst>
                      <a:ext uri="{FF2B5EF4-FFF2-40B4-BE49-F238E27FC236}">
                        <a16:creationId xmlns:a16="http://schemas.microsoft.com/office/drawing/2014/main" id="{618AEF39-9C64-824D-9165-FA33924AE8F3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0526" y="2029553"/>
                    <a:ext cx="295249" cy="73468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2" name="Straight Connector 1081">
                    <a:extLst>
                      <a:ext uri="{FF2B5EF4-FFF2-40B4-BE49-F238E27FC236}">
                        <a16:creationId xmlns:a16="http://schemas.microsoft.com/office/drawing/2014/main" id="{486CF28E-1757-1E4F-B50E-13175345D4D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261710"/>
                    <a:ext cx="290369" cy="1675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3" name="Straight Connector 1082">
                    <a:extLst>
                      <a:ext uri="{FF2B5EF4-FFF2-40B4-BE49-F238E27FC236}">
                        <a16:creationId xmlns:a16="http://schemas.microsoft.com/office/drawing/2014/main" id="{47473366-77DC-214A-8A2B-F7D96315F60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275406" y="2151772"/>
                    <a:ext cx="290369" cy="48402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4" name="Straight Connector 1083">
                    <a:extLst>
                      <a:ext uri="{FF2B5EF4-FFF2-40B4-BE49-F238E27FC236}">
                        <a16:creationId xmlns:a16="http://schemas.microsoft.com/office/drawing/2014/main" id="{2EF16BEC-FBF7-DF43-AC97-4B8743F8D68F}"/>
                      </a:ext>
                    </a:extLst>
                  </p:cNvPr>
                  <p:cNvCxnSpPr/>
                  <p:nvPr/>
                </p:nvCxnSpPr>
                <p:spPr>
                  <a:xfrm>
                    <a:off x="5270094" y="2354086"/>
                    <a:ext cx="295681" cy="0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5" name="Straight Connector 1084">
                    <a:extLst>
                      <a:ext uri="{FF2B5EF4-FFF2-40B4-BE49-F238E27FC236}">
                        <a16:creationId xmlns:a16="http://schemas.microsoft.com/office/drawing/2014/main" id="{7BEB9537-B234-2A40-878F-D5DCB893594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950242" y="1866900"/>
                    <a:ext cx="0" cy="465273"/>
                  </a:xfrm>
                  <a:prstGeom prst="line">
                    <a:avLst/>
                  </a:prstGeom>
                  <a:ln w="44450">
                    <a:solidFill>
                      <a:schemeClr val="bg1"/>
                    </a:solidFill>
                    <a:prstDash val="sysDash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6" name="Straight Connector 1085">
                    <a:extLst>
                      <a:ext uri="{FF2B5EF4-FFF2-40B4-BE49-F238E27FC236}">
                        <a16:creationId xmlns:a16="http://schemas.microsoft.com/office/drawing/2014/main" id="{36D4353D-F1D8-A749-B8D7-DF1A75AAB163}"/>
                      </a:ext>
                    </a:extLst>
                  </p:cNvPr>
                  <p:cNvCxnSpPr/>
                  <p:nvPr/>
                </p:nvCxnSpPr>
                <p:spPr>
                  <a:xfrm>
                    <a:off x="5628589" y="1936750"/>
                    <a:ext cx="0" cy="476854"/>
                  </a:xfrm>
                  <a:prstGeom prst="line">
                    <a:avLst/>
                  </a:prstGeom>
                  <a:ln w="15875">
                    <a:solidFill>
                      <a:srgbClr val="0000A8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65" name="Group 1064">
                  <a:extLst>
                    <a:ext uri="{FF2B5EF4-FFF2-40B4-BE49-F238E27FC236}">
                      <a16:creationId xmlns:a16="http://schemas.microsoft.com/office/drawing/2014/main" id="{32BC0B46-E7F4-FB4D-8976-24D2F44EA1E4}"/>
                    </a:ext>
                  </a:extLst>
                </p:cNvPr>
                <p:cNvGrpSpPr/>
                <p:nvPr/>
              </p:nvGrpSpPr>
              <p:grpSpPr>
                <a:xfrm>
                  <a:off x="940359" y="5691959"/>
                  <a:ext cx="692498" cy="672474"/>
                  <a:chOff x="10771171" y="3194171"/>
                  <a:chExt cx="692498" cy="672474"/>
                </a:xfrm>
              </p:grpSpPr>
              <p:grpSp>
                <p:nvGrpSpPr>
                  <p:cNvPr id="1066" name="Group 1065">
                    <a:extLst>
                      <a:ext uri="{FF2B5EF4-FFF2-40B4-BE49-F238E27FC236}">
                        <a16:creationId xmlns:a16="http://schemas.microsoft.com/office/drawing/2014/main" id="{657EBA9E-3D02-3647-AD62-4C3FA03B1F87}"/>
                      </a:ext>
                    </a:extLst>
                  </p:cNvPr>
                  <p:cNvGrpSpPr/>
                  <p:nvPr/>
                </p:nvGrpSpPr>
                <p:grpSpPr>
                  <a:xfrm>
                    <a:off x="10771171" y="3194171"/>
                    <a:ext cx="594613" cy="648336"/>
                    <a:chOff x="5203089" y="1751190"/>
                    <a:chExt cx="858331" cy="662414"/>
                  </a:xfrm>
                </p:grpSpPr>
                <p:sp>
                  <p:nvSpPr>
                    <p:cNvPr id="1071" name="Freeform 1070">
                      <a:extLst>
                        <a:ext uri="{FF2B5EF4-FFF2-40B4-BE49-F238E27FC236}">
                          <a16:creationId xmlns:a16="http://schemas.microsoft.com/office/drawing/2014/main" id="{FE372475-847B-5A48-BA42-FC4EB2AFDB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36769" y="1751190"/>
                      <a:ext cx="524651" cy="662124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  <a:gd name="connsiteX0" fmla="*/ 3618 w 651290"/>
                        <a:gd name="connsiteY0" fmla="*/ 593378 h 593378"/>
                        <a:gd name="connsiteX1" fmla="*/ 0 w 651290"/>
                        <a:gd name="connsiteY1" fmla="*/ 242416 h 593378"/>
                        <a:gd name="connsiteX2" fmla="*/ 423338 w 651290"/>
                        <a:gd name="connsiteY2" fmla="*/ 101308 h 593378"/>
                        <a:gd name="connsiteX3" fmla="*/ 647672 w 651290"/>
                        <a:gd name="connsiteY3" fmla="*/ 0 h 593378"/>
                        <a:gd name="connsiteX4" fmla="*/ 651290 w 651290"/>
                        <a:gd name="connsiteY4" fmla="*/ 593378 h 593378"/>
                        <a:gd name="connsiteX5" fmla="*/ 3618 w 651290"/>
                        <a:gd name="connsiteY5" fmla="*/ 593378 h 593378"/>
                        <a:gd name="connsiteX0" fmla="*/ 3618 w 651290"/>
                        <a:gd name="connsiteY0" fmla="*/ 662124 h 662124"/>
                        <a:gd name="connsiteX1" fmla="*/ 0 w 651290"/>
                        <a:gd name="connsiteY1" fmla="*/ 311162 h 662124"/>
                        <a:gd name="connsiteX2" fmla="*/ 376300 w 651290"/>
                        <a:gd name="connsiteY2" fmla="*/ 0 h 662124"/>
                        <a:gd name="connsiteX3" fmla="*/ 647672 w 651290"/>
                        <a:gd name="connsiteY3" fmla="*/ 68746 h 662124"/>
                        <a:gd name="connsiteX4" fmla="*/ 651290 w 651290"/>
                        <a:gd name="connsiteY4" fmla="*/ 662124 h 662124"/>
                        <a:gd name="connsiteX5" fmla="*/ 3618 w 651290"/>
                        <a:gd name="connsiteY5" fmla="*/ 662124 h 662124"/>
                        <a:gd name="connsiteX0" fmla="*/ 0 w 647672"/>
                        <a:gd name="connsiteY0" fmla="*/ 662124 h 662124"/>
                        <a:gd name="connsiteX1" fmla="*/ 123021 w 647672"/>
                        <a:gd name="connsiteY1" fmla="*/ 83217 h 662124"/>
                        <a:gd name="connsiteX2" fmla="*/ 372682 w 647672"/>
                        <a:gd name="connsiteY2" fmla="*/ 0 h 662124"/>
                        <a:gd name="connsiteX3" fmla="*/ 644054 w 647672"/>
                        <a:gd name="connsiteY3" fmla="*/ 68746 h 662124"/>
                        <a:gd name="connsiteX4" fmla="*/ 647672 w 647672"/>
                        <a:gd name="connsiteY4" fmla="*/ 662124 h 662124"/>
                        <a:gd name="connsiteX5" fmla="*/ 0 w 647672"/>
                        <a:gd name="connsiteY5" fmla="*/ 662124 h 662124"/>
                        <a:gd name="connsiteX0" fmla="*/ 7238 w 524651"/>
                        <a:gd name="connsiteY0" fmla="*/ 669360 h 669360"/>
                        <a:gd name="connsiteX1" fmla="*/ 0 w 524651"/>
                        <a:gd name="connsiteY1" fmla="*/ 83217 h 669360"/>
                        <a:gd name="connsiteX2" fmla="*/ 249661 w 524651"/>
                        <a:gd name="connsiteY2" fmla="*/ 0 h 669360"/>
                        <a:gd name="connsiteX3" fmla="*/ 521033 w 524651"/>
                        <a:gd name="connsiteY3" fmla="*/ 68746 h 669360"/>
                        <a:gd name="connsiteX4" fmla="*/ 524651 w 524651"/>
                        <a:gd name="connsiteY4" fmla="*/ 662124 h 669360"/>
                        <a:gd name="connsiteX5" fmla="*/ 7238 w 524651"/>
                        <a:gd name="connsiteY5" fmla="*/ 669360 h 669360"/>
                        <a:gd name="connsiteX0" fmla="*/ 438 w 528706"/>
                        <a:gd name="connsiteY0" fmla="*/ 665742 h 665742"/>
                        <a:gd name="connsiteX1" fmla="*/ 4055 w 528706"/>
                        <a:gd name="connsiteY1" fmla="*/ 83217 h 665742"/>
                        <a:gd name="connsiteX2" fmla="*/ 253716 w 528706"/>
                        <a:gd name="connsiteY2" fmla="*/ 0 h 665742"/>
                        <a:gd name="connsiteX3" fmla="*/ 525088 w 528706"/>
                        <a:gd name="connsiteY3" fmla="*/ 68746 h 665742"/>
                        <a:gd name="connsiteX4" fmla="*/ 528706 w 528706"/>
                        <a:gd name="connsiteY4" fmla="*/ 662124 h 665742"/>
                        <a:gd name="connsiteX5" fmla="*/ 438 w 528706"/>
                        <a:gd name="connsiteY5" fmla="*/ 665742 h 665742"/>
                        <a:gd name="connsiteX0" fmla="*/ 155 w 546514"/>
                        <a:gd name="connsiteY0" fmla="*/ 662124 h 662124"/>
                        <a:gd name="connsiteX1" fmla="*/ 21863 w 546514"/>
                        <a:gd name="connsiteY1" fmla="*/ 83217 h 662124"/>
                        <a:gd name="connsiteX2" fmla="*/ 271524 w 546514"/>
                        <a:gd name="connsiteY2" fmla="*/ 0 h 662124"/>
                        <a:gd name="connsiteX3" fmla="*/ 542896 w 546514"/>
                        <a:gd name="connsiteY3" fmla="*/ 68746 h 662124"/>
                        <a:gd name="connsiteX4" fmla="*/ 546514 w 546514"/>
                        <a:gd name="connsiteY4" fmla="*/ 662124 h 662124"/>
                        <a:gd name="connsiteX5" fmla="*/ 155 w 546514"/>
                        <a:gd name="connsiteY5" fmla="*/ 662124 h 662124"/>
                        <a:gd name="connsiteX0" fmla="*/ 10856 w 524651"/>
                        <a:gd name="connsiteY0" fmla="*/ 658506 h 662124"/>
                        <a:gd name="connsiteX1" fmla="*/ 0 w 524651"/>
                        <a:gd name="connsiteY1" fmla="*/ 83217 h 662124"/>
                        <a:gd name="connsiteX2" fmla="*/ 249661 w 524651"/>
                        <a:gd name="connsiteY2" fmla="*/ 0 h 662124"/>
                        <a:gd name="connsiteX3" fmla="*/ 521033 w 524651"/>
                        <a:gd name="connsiteY3" fmla="*/ 68746 h 662124"/>
                        <a:gd name="connsiteX4" fmla="*/ 524651 w 524651"/>
                        <a:gd name="connsiteY4" fmla="*/ 662124 h 662124"/>
                        <a:gd name="connsiteX5" fmla="*/ 10856 w 524651"/>
                        <a:gd name="connsiteY5" fmla="*/ 658506 h 6621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524651" h="662124">
                          <a:moveTo>
                            <a:pt x="10856" y="658506"/>
                          </a:moveTo>
                          <a:cubicBezTo>
                            <a:pt x="8443" y="463125"/>
                            <a:pt x="2413" y="278598"/>
                            <a:pt x="0" y="83217"/>
                          </a:cubicBezTo>
                          <a:lnTo>
                            <a:pt x="249661" y="0"/>
                          </a:lnTo>
                          <a:lnTo>
                            <a:pt x="521033" y="68746"/>
                          </a:lnTo>
                          <a:lnTo>
                            <a:pt x="524651" y="662124"/>
                          </a:lnTo>
                          <a:lnTo>
                            <a:pt x="10856" y="658506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8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72" name="Freeform 1071">
                      <a:extLst>
                        <a:ext uri="{FF2B5EF4-FFF2-40B4-BE49-F238E27FC236}">
                          <a16:creationId xmlns:a16="http://schemas.microsoft.com/office/drawing/2014/main" id="{09130EB1-7474-B94D-BED7-85B261C5AF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03089" y="1921244"/>
                      <a:ext cx="651290" cy="492070"/>
                    </a:xfrm>
                    <a:custGeom>
                      <a:avLst/>
                      <a:gdLst>
                        <a:gd name="connsiteX0" fmla="*/ 3618 w 651290"/>
                        <a:gd name="connsiteY0" fmla="*/ 492070 h 492070"/>
                        <a:gd name="connsiteX1" fmla="*/ 0 w 651290"/>
                        <a:gd name="connsiteY1" fmla="*/ 141108 h 492070"/>
                        <a:gd name="connsiteX2" fmla="*/ 423338 w 651290"/>
                        <a:gd name="connsiteY2" fmla="*/ 0 h 492070"/>
                        <a:gd name="connsiteX3" fmla="*/ 647672 w 651290"/>
                        <a:gd name="connsiteY3" fmla="*/ 57891 h 492070"/>
                        <a:gd name="connsiteX4" fmla="*/ 651290 w 651290"/>
                        <a:gd name="connsiteY4" fmla="*/ 492070 h 492070"/>
                        <a:gd name="connsiteX5" fmla="*/ 3618 w 651290"/>
                        <a:gd name="connsiteY5" fmla="*/ 492070 h 4920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651290" h="492070">
                          <a:moveTo>
                            <a:pt x="3618" y="492070"/>
                          </a:moveTo>
                          <a:lnTo>
                            <a:pt x="0" y="141108"/>
                          </a:lnTo>
                          <a:lnTo>
                            <a:pt x="423338" y="0"/>
                          </a:lnTo>
                          <a:lnTo>
                            <a:pt x="647672" y="57891"/>
                          </a:lnTo>
                          <a:lnTo>
                            <a:pt x="651290" y="492070"/>
                          </a:lnTo>
                          <a:lnTo>
                            <a:pt x="3618" y="492070"/>
                          </a:lnTo>
                          <a:close/>
                        </a:path>
                      </a:pathLst>
                    </a:custGeom>
                    <a:solidFill>
                      <a:srgbClr val="E0EBF1"/>
                    </a:solidFill>
                    <a:ln w="12700">
                      <a:solidFill>
                        <a:srgbClr val="0000A3"/>
                      </a:solidFill>
                    </a:ln>
                    <a:effectLst/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cxnSp>
                  <p:nvCxnSpPr>
                    <p:cNvPr id="1073" name="Straight Connector 1072">
                      <a:extLst>
                        <a:ext uri="{FF2B5EF4-FFF2-40B4-BE49-F238E27FC236}">
                          <a16:creationId xmlns:a16="http://schemas.microsoft.com/office/drawing/2014/main" id="{3616C51B-DFE6-5940-A968-19B2E26EC746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0526" y="2029553"/>
                      <a:ext cx="295249" cy="73468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4" name="Straight Connector 1073">
                      <a:extLst>
                        <a:ext uri="{FF2B5EF4-FFF2-40B4-BE49-F238E27FC236}">
                          <a16:creationId xmlns:a16="http://schemas.microsoft.com/office/drawing/2014/main" id="{D2D1D346-55DA-2341-B60B-600E6324F60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261710"/>
                      <a:ext cx="290369" cy="1675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5" name="Straight Connector 1074">
                      <a:extLst>
                        <a:ext uri="{FF2B5EF4-FFF2-40B4-BE49-F238E27FC236}">
                          <a16:creationId xmlns:a16="http://schemas.microsoft.com/office/drawing/2014/main" id="{DE2B7475-7D9C-4E4B-9858-9B23378387D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275406" y="2151772"/>
                      <a:ext cx="290369" cy="48402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6" name="Straight Connector 1075">
                      <a:extLst>
                        <a:ext uri="{FF2B5EF4-FFF2-40B4-BE49-F238E27FC236}">
                          <a16:creationId xmlns:a16="http://schemas.microsoft.com/office/drawing/2014/main" id="{CF9C23E3-09BC-464F-9403-FB1898939AF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270094" y="2354086"/>
                      <a:ext cx="295681" cy="0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7" name="Straight Connector 1076">
                      <a:extLst>
                        <a:ext uri="{FF2B5EF4-FFF2-40B4-BE49-F238E27FC236}">
                          <a16:creationId xmlns:a16="http://schemas.microsoft.com/office/drawing/2014/main" id="{243DD04E-CE53-C94D-A298-1FAAB17C3AA7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5950242" y="1866900"/>
                      <a:ext cx="0" cy="465273"/>
                    </a:xfrm>
                    <a:prstGeom prst="line">
                      <a:avLst/>
                    </a:prstGeom>
                    <a:ln w="44450">
                      <a:solidFill>
                        <a:schemeClr val="bg1"/>
                      </a:solidFill>
                      <a:prstDash val="sysDash"/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8" name="Straight Connector 1077">
                      <a:extLst>
                        <a:ext uri="{FF2B5EF4-FFF2-40B4-BE49-F238E27FC236}">
                          <a16:creationId xmlns:a16="http://schemas.microsoft.com/office/drawing/2014/main" id="{F586A1A3-9061-B543-B946-AA09FEA1A15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5628589" y="1936750"/>
                      <a:ext cx="0" cy="476854"/>
                    </a:xfrm>
                    <a:prstGeom prst="line">
                      <a:avLst/>
                    </a:prstGeom>
                    <a:ln w="15875">
                      <a:solidFill>
                        <a:srgbClr val="0000A8"/>
                      </a:solidFill>
                    </a:ln>
                    <a:effectLst/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67" name="Group 1066">
                    <a:extLst>
                      <a:ext uri="{FF2B5EF4-FFF2-40B4-BE49-F238E27FC236}">
                        <a16:creationId xmlns:a16="http://schemas.microsoft.com/office/drawing/2014/main" id="{9D527F42-9829-EC42-BF85-93A8B940898B}"/>
                      </a:ext>
                    </a:extLst>
                  </p:cNvPr>
                  <p:cNvGrpSpPr/>
                  <p:nvPr/>
                </p:nvGrpSpPr>
                <p:grpSpPr>
                  <a:xfrm>
                    <a:off x="11158881" y="3460672"/>
                    <a:ext cx="304788" cy="405973"/>
                    <a:chOff x="5275406" y="2711455"/>
                    <a:chExt cx="452949" cy="405518"/>
                  </a:xfrm>
                </p:grpSpPr>
                <p:pic>
                  <p:nvPicPr>
                    <p:cNvPr id="1068" name="Picture 1067" descr="server_rack.png">
                      <a:extLst>
                        <a:ext uri="{FF2B5EF4-FFF2-40B4-BE49-F238E27FC236}">
                          <a16:creationId xmlns:a16="http://schemas.microsoft.com/office/drawing/2014/main" id="{3C057932-EAE6-6D42-9FEA-F2846B05C62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537367" y="2770786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69" name="Picture 1068" descr="server_rack.png">
                      <a:extLst>
                        <a:ext uri="{FF2B5EF4-FFF2-40B4-BE49-F238E27FC236}">
                          <a16:creationId xmlns:a16="http://schemas.microsoft.com/office/drawing/2014/main" id="{475029CE-1610-AE4E-880C-27AA1EAC9C9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275406" y="2764002"/>
                      <a:ext cx="190988" cy="31336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070" name="Picture 1069" descr="server_rack.png">
                      <a:extLst>
                        <a:ext uri="{FF2B5EF4-FFF2-40B4-BE49-F238E27FC236}">
                          <a16:creationId xmlns:a16="http://schemas.microsoft.com/office/drawing/2014/main" id="{E9A6926E-A499-3B42-BC44-3E767FAE6D8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5676" y="2711455"/>
                      <a:ext cx="247152" cy="405518"/>
                    </a:xfrm>
                    <a:prstGeom prst="rect">
                      <a:avLst/>
                    </a:prstGeom>
                  </p:spPr>
                </p:pic>
              </p:grpSp>
            </p:grpSp>
          </p:grp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FB78244-2878-4E4C-80D6-A3A83BFDA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73177" y="3325716"/>
              <a:ext cx="210562" cy="606179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7794E541-D16E-B744-9F4E-F16CE4FFCEFA}"/>
                </a:ext>
              </a:extLst>
            </p:cNvPr>
            <p:cNvCxnSpPr>
              <a:cxnSpLocks/>
              <a:stCxn id="331" idx="6"/>
            </p:cNvCxnSpPr>
            <p:nvPr/>
          </p:nvCxnSpPr>
          <p:spPr>
            <a:xfrm>
              <a:off x="8653552" y="4059389"/>
              <a:ext cx="538561" cy="236967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Straight Connector 1087">
              <a:extLst>
                <a:ext uri="{FF2B5EF4-FFF2-40B4-BE49-F238E27FC236}">
                  <a16:creationId xmlns:a16="http://schemas.microsoft.com/office/drawing/2014/main" id="{9E6CEDD3-5237-7F47-A50C-C928A310E2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1407" y="2971505"/>
              <a:ext cx="180081" cy="928886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352AE841-C732-7B4B-BAB0-28479A2CE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0693" y="2457440"/>
              <a:ext cx="3285" cy="1256298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A37BFDB9-13B5-0B44-9BCC-DA10C6BC2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0770" y="2709766"/>
              <a:ext cx="350837" cy="1056148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00D40D05-9869-B142-A822-0D241B0165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3590" y="3084939"/>
              <a:ext cx="184530" cy="786742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Straight Connector 1091">
              <a:extLst>
                <a:ext uri="{FF2B5EF4-FFF2-40B4-BE49-F238E27FC236}">
                  <a16:creationId xmlns:a16="http://schemas.microsoft.com/office/drawing/2014/main" id="{478A4948-A08A-7E44-819A-24BDBBE1B5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7108" y="4260753"/>
              <a:ext cx="477027" cy="550561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9" name="Straight Connector 1098">
              <a:extLst>
                <a:ext uri="{FF2B5EF4-FFF2-40B4-BE49-F238E27FC236}">
                  <a16:creationId xmlns:a16="http://schemas.microsoft.com/office/drawing/2014/main" id="{6333C169-83AE-C947-B0FE-FC14D770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0123" y="4417447"/>
              <a:ext cx="5022" cy="1030757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0" name="Straight Connector 1099">
              <a:extLst>
                <a:ext uri="{FF2B5EF4-FFF2-40B4-BE49-F238E27FC236}">
                  <a16:creationId xmlns:a16="http://schemas.microsoft.com/office/drawing/2014/main" id="{034E5082-AB2B-B640-B1D2-257AACBDA3C1}"/>
                </a:ext>
              </a:extLst>
            </p:cNvPr>
            <p:cNvCxnSpPr>
              <a:cxnSpLocks/>
              <a:stCxn id="36" idx="0"/>
            </p:cNvCxnSpPr>
            <p:nvPr/>
          </p:nvCxnSpPr>
          <p:spPr>
            <a:xfrm flipH="1" flipV="1">
              <a:off x="5827900" y="4390762"/>
              <a:ext cx="863810" cy="1545220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135A9D83-D5C3-FA4C-A774-C4D577D8C1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42725" y="4273180"/>
              <a:ext cx="719289" cy="1457599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1286ED93-2B6B-404C-A404-B480CF350A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86276" y="3473353"/>
              <a:ext cx="261637" cy="504826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CCEE2E34-D559-CA45-9E5A-F783F810E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44724" y="4114193"/>
              <a:ext cx="251695" cy="109254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D65FCF95-878C-A14C-A6D6-6D22C404145C}"/>
                </a:ext>
              </a:extLst>
            </p:cNvPr>
            <p:cNvCxnSpPr>
              <a:cxnSpLocks/>
              <a:stCxn id="1032" idx="2"/>
              <a:endCxn id="996" idx="2"/>
            </p:cNvCxnSpPr>
            <p:nvPr/>
          </p:nvCxnSpPr>
          <p:spPr>
            <a:xfrm flipV="1">
              <a:off x="5458049" y="3230852"/>
              <a:ext cx="7426" cy="480990"/>
            </a:xfrm>
            <a:prstGeom prst="line">
              <a:avLst/>
            </a:prstGeom>
            <a:ln w="444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5" name="Straight Connector 1104">
              <a:extLst>
                <a:ext uri="{FF2B5EF4-FFF2-40B4-BE49-F238E27FC236}">
                  <a16:creationId xmlns:a16="http://schemas.microsoft.com/office/drawing/2014/main" id="{15EB59D3-4040-5749-B499-E27490D524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7330" y="4394908"/>
              <a:ext cx="7426" cy="480990"/>
            </a:xfrm>
            <a:prstGeom prst="line">
              <a:avLst/>
            </a:prstGeom>
            <a:ln w="444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Straight Connector 1171">
              <a:extLst>
                <a:ext uri="{FF2B5EF4-FFF2-40B4-BE49-F238E27FC236}">
                  <a16:creationId xmlns:a16="http://schemas.microsoft.com/office/drawing/2014/main" id="{585E66CE-5974-5A48-86F4-642D85A8C2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7243" y="4368703"/>
              <a:ext cx="7426" cy="480990"/>
            </a:xfrm>
            <a:prstGeom prst="line">
              <a:avLst/>
            </a:prstGeom>
            <a:ln w="444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D11900C4-AD2E-9546-89B5-1A95630DD9E8}"/>
              </a:ext>
            </a:extLst>
          </p:cNvPr>
          <p:cNvGrpSpPr/>
          <p:nvPr/>
        </p:nvGrpSpPr>
        <p:grpSpPr>
          <a:xfrm>
            <a:off x="3151121" y="5194671"/>
            <a:ext cx="1807203" cy="495366"/>
            <a:chOff x="4545099" y="5447247"/>
            <a:chExt cx="1807203" cy="495366"/>
          </a:xfrm>
        </p:grpSpPr>
        <p:sp>
          <p:nvSpPr>
            <p:cNvPr id="1095" name="Oval 33">
              <a:extLst>
                <a:ext uri="{FF2B5EF4-FFF2-40B4-BE49-F238E27FC236}">
                  <a16:creationId xmlns:a16="http://schemas.microsoft.com/office/drawing/2014/main" id="{512F7670-AB23-F240-9D5A-6EAA52208A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545099" y="5447247"/>
              <a:ext cx="1807203" cy="495366"/>
            </a:xfrm>
            <a:prstGeom prst="ellipse">
              <a:avLst/>
            </a:prstGeom>
            <a:solidFill>
              <a:srgbClr val="CC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097" name="TextBox 9">
              <a:extLst>
                <a:ext uri="{FF2B5EF4-FFF2-40B4-BE49-F238E27FC236}">
                  <a16:creationId xmlns:a16="http://schemas.microsoft.com/office/drawing/2014/main" id="{373ADF7C-1486-8546-95DA-BA176D77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400" y="5488195"/>
              <a:ext cx="158248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regional ISP</a:t>
              </a:r>
            </a:p>
          </p:txBody>
        </p:sp>
      </p:grpSp>
      <p:grpSp>
        <p:nvGrpSpPr>
          <p:cNvPr id="871" name="Group 870">
            <a:extLst>
              <a:ext uri="{FF2B5EF4-FFF2-40B4-BE49-F238E27FC236}">
                <a16:creationId xmlns:a16="http://schemas.microsoft.com/office/drawing/2014/main" id="{EBB68360-CFEF-9545-B290-C95BF47B5ABD}"/>
              </a:ext>
            </a:extLst>
          </p:cNvPr>
          <p:cNvGrpSpPr/>
          <p:nvPr/>
        </p:nvGrpSpPr>
        <p:grpSpPr>
          <a:xfrm>
            <a:off x="2826303" y="4574260"/>
            <a:ext cx="541338" cy="223023"/>
            <a:chOff x="7493876" y="2774731"/>
            <a:chExt cx="1481958" cy="894622"/>
          </a:xfrm>
        </p:grpSpPr>
        <p:sp>
          <p:nvSpPr>
            <p:cNvPr id="912" name="Freeform 911">
              <a:extLst>
                <a:ext uri="{FF2B5EF4-FFF2-40B4-BE49-F238E27FC236}">
                  <a16:creationId xmlns:a16="http://schemas.microsoft.com/office/drawing/2014/main" id="{C31E65F7-C8D0-2148-AE16-6639E37F6CB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24C01524-664D-0B42-A170-7AA7DFCD481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14" name="Group 913">
              <a:extLst>
                <a:ext uri="{FF2B5EF4-FFF2-40B4-BE49-F238E27FC236}">
                  <a16:creationId xmlns:a16="http://schemas.microsoft.com/office/drawing/2014/main" id="{69D00E7B-FD92-574B-9D44-DD864E2B55B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5" name="Freeform 914">
                <a:extLst>
                  <a:ext uri="{FF2B5EF4-FFF2-40B4-BE49-F238E27FC236}">
                    <a16:creationId xmlns:a16="http://schemas.microsoft.com/office/drawing/2014/main" id="{98518A8B-3C13-A346-87DA-94216CD9FC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6" name="Freeform 915">
                <a:extLst>
                  <a:ext uri="{FF2B5EF4-FFF2-40B4-BE49-F238E27FC236}">
                    <a16:creationId xmlns:a16="http://schemas.microsoft.com/office/drawing/2014/main" id="{C4C44228-65B5-564C-B1D9-63A0904BA4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7" name="Freeform 916">
                <a:extLst>
                  <a:ext uri="{FF2B5EF4-FFF2-40B4-BE49-F238E27FC236}">
                    <a16:creationId xmlns:a16="http://schemas.microsoft.com/office/drawing/2014/main" id="{B5DCAEA1-0E67-2B47-8939-3B96B10806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8" name="Freeform 917">
                <a:extLst>
                  <a:ext uri="{FF2B5EF4-FFF2-40B4-BE49-F238E27FC236}">
                    <a16:creationId xmlns:a16="http://schemas.microsoft.com/office/drawing/2014/main" id="{0BF12852-261D-6142-8DC4-CA6078C2CE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1E439E8A-6D0D-A947-88AE-13F395EF741B}"/>
              </a:ext>
            </a:extLst>
          </p:cNvPr>
          <p:cNvGrpSpPr/>
          <p:nvPr/>
        </p:nvGrpSpPr>
        <p:grpSpPr>
          <a:xfrm>
            <a:off x="5897059" y="4405433"/>
            <a:ext cx="541338" cy="223023"/>
            <a:chOff x="7493876" y="2774731"/>
            <a:chExt cx="1481958" cy="894622"/>
          </a:xfrm>
        </p:grpSpPr>
        <p:sp>
          <p:nvSpPr>
            <p:cNvPr id="933" name="Freeform 932">
              <a:extLst>
                <a:ext uri="{FF2B5EF4-FFF2-40B4-BE49-F238E27FC236}">
                  <a16:creationId xmlns:a16="http://schemas.microsoft.com/office/drawing/2014/main" id="{20642CDD-5807-E440-80BD-4914CEF640C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34" name="Oval 933">
              <a:extLst>
                <a:ext uri="{FF2B5EF4-FFF2-40B4-BE49-F238E27FC236}">
                  <a16:creationId xmlns:a16="http://schemas.microsoft.com/office/drawing/2014/main" id="{5B2D41A3-738C-DE4B-95B1-D98C150F0D7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72893B92-0783-094B-9B06-5B15CE5E8FC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6" name="Freeform 935">
                <a:extLst>
                  <a:ext uri="{FF2B5EF4-FFF2-40B4-BE49-F238E27FC236}">
                    <a16:creationId xmlns:a16="http://schemas.microsoft.com/office/drawing/2014/main" id="{A6B26209-5A79-9B49-9A4A-3D3FDEBD6B5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7" name="Freeform 936">
                <a:extLst>
                  <a:ext uri="{FF2B5EF4-FFF2-40B4-BE49-F238E27FC236}">
                    <a16:creationId xmlns:a16="http://schemas.microsoft.com/office/drawing/2014/main" id="{5ABE6455-D1B0-6049-AB8E-5B81D3C447D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8" name="Freeform 937">
                <a:extLst>
                  <a:ext uri="{FF2B5EF4-FFF2-40B4-BE49-F238E27FC236}">
                    <a16:creationId xmlns:a16="http://schemas.microsoft.com/office/drawing/2014/main" id="{C314A57D-E8A9-DA4B-9456-521A28BDBB8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9" name="Freeform 938">
                <a:extLst>
                  <a:ext uri="{FF2B5EF4-FFF2-40B4-BE49-F238E27FC236}">
                    <a16:creationId xmlns:a16="http://schemas.microsoft.com/office/drawing/2014/main" id="{88E5CA8C-8B97-3347-8938-C5B63B3D849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89" name="Content Placeholder 2"/>
          <p:cNvSpPr>
            <a:spLocks noGrp="1"/>
          </p:cNvSpPr>
          <p:nvPr>
            <p:ph idx="1"/>
          </p:nvPr>
        </p:nvSpPr>
        <p:spPr>
          <a:xfrm>
            <a:off x="8695799" y="1431030"/>
            <a:ext cx="3096344" cy="5022306"/>
          </a:xfrm>
        </p:spPr>
        <p:txBody>
          <a:bodyPr>
            <a:normAutofit lnSpcReduction="10000"/>
          </a:bodyPr>
          <a:lstStyle/>
          <a:p>
            <a:pPr algn="r" rtl="1"/>
            <a:r>
              <a:rPr lang="he-IL" sz="2400" dirty="0" smtClean="0">
                <a:solidFill>
                  <a:srgbClr val="FF0000"/>
                </a:solidFill>
              </a:rPr>
              <a:t>פתרון: </a:t>
            </a:r>
            <a:r>
              <a:rPr lang="he-IL" sz="2400" dirty="0" smtClean="0"/>
              <a:t>מבנה האינטרנט הוא היררכי</a:t>
            </a:r>
          </a:p>
          <a:p>
            <a:pPr algn="r" rtl="1"/>
            <a:r>
              <a:rPr lang="he-IL" sz="2400" dirty="0" smtClean="0"/>
              <a:t>ספק האינטרנט מחובר לספק אזורי</a:t>
            </a:r>
          </a:p>
          <a:p>
            <a:pPr algn="r" rtl="1"/>
            <a:r>
              <a:rPr lang="he-IL" sz="2400" dirty="0" smtClean="0"/>
              <a:t>הספקים האזוריים מחוברים למספר מצומצם של ספקים עולמיים</a:t>
            </a:r>
          </a:p>
          <a:p>
            <a:pPr algn="r" rtl="1"/>
            <a:r>
              <a:rPr lang="he-IL" sz="2400" dirty="0" smtClean="0"/>
              <a:t>תקשורת בין משתמשי קצה שמחוברים לאותו </a:t>
            </a:r>
            <a:r>
              <a:rPr lang="en-US" sz="2400" dirty="0" smtClean="0"/>
              <a:t>ISP</a:t>
            </a:r>
            <a:r>
              <a:rPr lang="he-IL" sz="2400" dirty="0" smtClean="0"/>
              <a:t>, תעשה באמצעות אותו </a:t>
            </a:r>
            <a:r>
              <a:rPr lang="en-US" sz="2400" dirty="0" smtClean="0"/>
              <a:t>ISP</a:t>
            </a:r>
            <a:endParaRPr lang="he-IL" sz="2400" dirty="0" smtClean="0"/>
          </a:p>
          <a:p>
            <a:pPr algn="r" rtl="1"/>
            <a:r>
              <a:rPr lang="he-IL" sz="2400" dirty="0" smtClean="0"/>
              <a:t>לספקי תוכן יש רשת משלהם</a:t>
            </a:r>
          </a:p>
          <a:p>
            <a:pPr algn="r" rt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5192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896" y="188640"/>
            <a:ext cx="6696744" cy="831627"/>
          </a:xfrm>
        </p:spPr>
        <p:txBody>
          <a:bodyPr>
            <a:normAutofit/>
          </a:bodyPr>
          <a:lstStyle/>
          <a:p>
            <a:pPr algn="ctr"/>
            <a:r>
              <a:rPr lang="he-IL" sz="4000" dirty="0" smtClean="0">
                <a:cs typeface="+mn-cs"/>
              </a:rPr>
              <a:t>פרוטוקול</a:t>
            </a:r>
            <a:endParaRPr lang="en-US" sz="4000" dirty="0"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9896" y="1228351"/>
            <a:ext cx="6696744" cy="4351338"/>
          </a:xfrm>
        </p:spPr>
        <p:txBody>
          <a:bodyPr/>
          <a:lstStyle/>
          <a:p>
            <a:pPr algn="r" rtl="1"/>
            <a:r>
              <a:rPr lang="he-IL" dirty="0" smtClean="0"/>
              <a:t>פרוטוקול מגדיר את הפורמט והסדר של ההודעות המועברות בתקשורת, וכן את הפעולה המתבצעת מהעברת ההודעה.</a:t>
            </a:r>
          </a:p>
          <a:p>
            <a:pPr algn="r" rtl="1"/>
            <a:r>
              <a:rPr lang="he-IL" dirty="0" smtClean="0"/>
              <a:t>לדוגמה, אם ההודעה מכילה בנוסף לתוכן, את כתובת השולח וכתובת המקבל, כל חלק חייב להיות במקום מסוים ובפורמט מסוים.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2733"/>
          <a:stretch/>
        </p:blipFill>
        <p:spPr>
          <a:xfrm>
            <a:off x="479376" y="381810"/>
            <a:ext cx="4176464" cy="604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2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80"/>
            <a:ext cx="10515600" cy="733738"/>
          </a:xfrm>
        </p:spPr>
        <p:txBody>
          <a:bodyPr>
            <a:normAutofit/>
          </a:bodyPr>
          <a:lstStyle/>
          <a:p>
            <a:pPr algn="ctr"/>
            <a:r>
              <a:rPr lang="he-IL" sz="4000" dirty="0">
                <a:solidFill>
                  <a:prstClr val="black"/>
                </a:solidFill>
                <a:cs typeface="Arial" panose="020B0604020202020204" pitchFamily="34" charset="0"/>
              </a:rPr>
              <a:t>מודל השכבות</a:t>
            </a:r>
            <a:endParaRPr lang="en-US" altLang="en-US" sz="4400" dirty="0">
              <a:ea typeface="ＭＳ Ｐゴシック" panose="020B0600070205080204" pitchFamily="34" charset="-128"/>
            </a:endParaRPr>
          </a:p>
        </p:txBody>
      </p:sp>
      <p:sp>
        <p:nvSpPr>
          <p:cNvPr id="117" name="Freeform 66">
            <a:extLst>
              <a:ext uri="{FF2B5EF4-FFF2-40B4-BE49-F238E27FC236}">
                <a16:creationId xmlns:a16="http://schemas.microsoft.com/office/drawing/2014/main" id="{532EF64A-98FA-854C-BC6E-37DCF5442402}"/>
              </a:ext>
            </a:extLst>
          </p:cNvPr>
          <p:cNvSpPr>
            <a:spLocks/>
          </p:cNvSpPr>
          <p:nvPr/>
        </p:nvSpPr>
        <p:spPr bwMode="auto">
          <a:xfrm>
            <a:off x="8168358" y="4386883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10800000" scaled="0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7">
            <a:extLst>
              <a:ext uri="{FF2B5EF4-FFF2-40B4-BE49-F238E27FC236}">
                <a16:creationId xmlns:a16="http://schemas.microsoft.com/office/drawing/2014/main" id="{0B3FAB7F-D751-694B-8438-BA60B5BE46B5}"/>
              </a:ext>
            </a:extLst>
          </p:cNvPr>
          <p:cNvSpPr>
            <a:spLocks/>
          </p:cNvSpPr>
          <p:nvPr/>
        </p:nvSpPr>
        <p:spPr bwMode="auto">
          <a:xfrm>
            <a:off x="4853658" y="5683870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9" name="Text Box 51">
            <a:extLst>
              <a:ext uri="{FF2B5EF4-FFF2-40B4-BE49-F238E27FC236}">
                <a16:creationId xmlns:a16="http://schemas.microsoft.com/office/drawing/2014/main" id="{31F42B0C-9D7E-B148-8731-AA200CC8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808" y="581563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120" name="Line 52">
            <a:extLst>
              <a:ext uri="{FF2B5EF4-FFF2-40B4-BE49-F238E27FC236}">
                <a16:creationId xmlns:a16="http://schemas.microsoft.com/office/drawing/2014/main" id="{4BBAA32D-9FE8-6946-993E-FD9CF5FF2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1246" y="6277595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1" name="Text Box 53">
            <a:extLst>
              <a:ext uri="{FF2B5EF4-FFF2-40B4-BE49-F238E27FC236}">
                <a16:creationId xmlns:a16="http://schemas.microsoft.com/office/drawing/2014/main" id="{8DD3EB16-70D9-0E41-9219-8BACFD2F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3495" y="545209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2" name="Text Box 56">
            <a:extLst>
              <a:ext uri="{FF2B5EF4-FFF2-40B4-BE49-F238E27FC236}">
                <a16:creationId xmlns:a16="http://schemas.microsoft.com/office/drawing/2014/main" id="{DE211F08-2700-6642-9DC3-1997DC8E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1270" y="455198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123" name="Freeform 45">
            <a:extLst>
              <a:ext uri="{FF2B5EF4-FFF2-40B4-BE49-F238E27FC236}">
                <a16:creationId xmlns:a16="http://schemas.microsoft.com/office/drawing/2014/main" id="{07B0F571-0623-E94E-AC3A-B1389138AC28}"/>
              </a:ext>
            </a:extLst>
          </p:cNvPr>
          <p:cNvSpPr>
            <a:spLocks/>
          </p:cNvSpPr>
          <p:nvPr/>
        </p:nvSpPr>
        <p:spPr bwMode="auto">
          <a:xfrm>
            <a:off x="2427958" y="4450383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Rectangle 23">
            <a:extLst>
              <a:ext uri="{FF2B5EF4-FFF2-40B4-BE49-F238E27FC236}">
                <a16:creationId xmlns:a16="http://schemas.microsoft.com/office/drawing/2014/main" id="{5F3EC8D2-BC57-284F-B438-D2889E964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233" y="440593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48E3F4A8-8297-154C-8417-C2DCBDE2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3133" y="4459908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Line 25">
            <a:extLst>
              <a:ext uri="{FF2B5EF4-FFF2-40B4-BE49-F238E27FC236}">
                <a16:creationId xmlns:a16="http://schemas.microsoft.com/office/drawing/2014/main" id="{105AE91D-03CF-5F44-82E5-D8920536B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2658" y="522032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7" name="Text Box 26">
            <a:extLst>
              <a:ext uri="{FF2B5EF4-FFF2-40B4-BE49-F238E27FC236}">
                <a16:creationId xmlns:a16="http://schemas.microsoft.com/office/drawing/2014/main" id="{68C4EA48-A98F-F641-BB8C-5DF3E390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795" y="52028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28" name="Line 27">
            <a:extLst>
              <a:ext uri="{FF2B5EF4-FFF2-40B4-BE49-F238E27FC236}">
                <a16:creationId xmlns:a16="http://schemas.microsoft.com/office/drawing/2014/main" id="{E85BFD82-4C55-F145-9B37-39406E46D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595" y="554099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Line 28">
            <a:extLst>
              <a:ext uri="{FF2B5EF4-FFF2-40B4-BE49-F238E27FC236}">
                <a16:creationId xmlns:a16="http://schemas.microsoft.com/office/drawing/2014/main" id="{428A6E03-2BA0-6243-85AC-2DD8D7EB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6308" y="585055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Line 29">
            <a:extLst>
              <a:ext uri="{FF2B5EF4-FFF2-40B4-BE49-F238E27FC236}">
                <a16:creationId xmlns:a16="http://schemas.microsoft.com/office/drawing/2014/main" id="{80E8C02C-0DBA-6E4F-BBEC-8772FE1F3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6308" y="613630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E521FADF-C422-1E4C-A4EF-0C457D015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4720" y="44503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32" name="Text Box 26">
            <a:extLst>
              <a:ext uri="{FF2B5EF4-FFF2-40B4-BE49-F238E27FC236}">
                <a16:creationId xmlns:a16="http://schemas.microsoft.com/office/drawing/2014/main" id="{2BD2A730-1670-1444-BFD6-C3B745F2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0270" y="61077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33" name="Text Box 26">
            <a:extLst>
              <a:ext uri="{FF2B5EF4-FFF2-40B4-BE49-F238E27FC236}">
                <a16:creationId xmlns:a16="http://schemas.microsoft.com/office/drawing/2014/main" id="{F1BA5AB6-F404-DF48-BA11-738F64F0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320" y="58219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34" name="Text Box 26">
            <a:extLst>
              <a:ext uri="{FF2B5EF4-FFF2-40B4-BE49-F238E27FC236}">
                <a16:creationId xmlns:a16="http://schemas.microsoft.com/office/drawing/2014/main" id="{E65C1E73-F682-E145-9DAF-B7E55ECC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795" y="55267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35" name="Oval 57">
            <a:extLst>
              <a:ext uri="{FF2B5EF4-FFF2-40B4-BE49-F238E27FC236}">
                <a16:creationId xmlns:a16="http://schemas.microsoft.com/office/drawing/2014/main" id="{64DC0B32-AD14-4F4C-AA5D-A0175C3E0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070" y="472502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41" name="Rectangle 23">
            <a:extLst>
              <a:ext uri="{FF2B5EF4-FFF2-40B4-BE49-F238E27FC236}">
                <a16:creationId xmlns:a16="http://schemas.microsoft.com/office/drawing/2014/main" id="{54E0D8CA-A90B-D443-A809-60E5D3C4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3595" y="437735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68855CF6-22DF-7942-990A-E44BCC26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5495" y="4431333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333B2DFF-19AD-5D41-A13A-CAD8D4D1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5020" y="519174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ABD5AE77-C968-524B-8267-F5F9D07A9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158" y="51742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655A70A-1998-F04C-9071-DB527B718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2958" y="551242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FFFB9613-6926-D64E-9BCE-95B470FE2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670" y="582198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4AA23EE-17EA-094E-A14C-C35EF1D4E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670" y="610773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159414D4-A31C-4C4B-AD86-719BE126A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083" y="44218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6D188352-EF4C-FE42-8176-6AE1E535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633" y="60791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2E91368D-F47D-2247-9B9B-1AA9BD1A5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683" y="57934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CF4D2E62-8AC3-6447-8A4A-38E1546DB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2158" y="54981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2" name="Oval 78">
            <a:extLst>
              <a:ext uri="{FF2B5EF4-FFF2-40B4-BE49-F238E27FC236}">
                <a16:creationId xmlns:a16="http://schemas.microsoft.com/office/drawing/2014/main" id="{24268CA0-4017-FA41-A0A9-063CDE36F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0433" y="469644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58" name="Line 88">
            <a:extLst>
              <a:ext uri="{FF2B5EF4-FFF2-40B4-BE49-F238E27FC236}">
                <a16:creationId xmlns:a16="http://schemas.microsoft.com/office/drawing/2014/main" id="{357D04DF-5A8F-3946-A05F-B134A0815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47708" y="482820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Line 89">
            <a:extLst>
              <a:ext uri="{FF2B5EF4-FFF2-40B4-BE49-F238E27FC236}">
                <a16:creationId xmlns:a16="http://schemas.microsoft.com/office/drawing/2014/main" id="{1F64B7FA-0FDF-AA41-954C-B46F96B69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3133" y="5253658"/>
            <a:ext cx="24570" cy="110490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Line 90">
            <a:extLst>
              <a:ext uri="{FF2B5EF4-FFF2-40B4-BE49-F238E27FC236}">
                <a16:creationId xmlns:a16="http://schemas.microsoft.com/office/drawing/2014/main" id="{1C49FAA4-451C-9346-B2A1-9DADDB373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96945" y="575372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6F8F39-CC95-5944-86C7-18592B3F79C2}"/>
              </a:ext>
            </a:extLst>
          </p:cNvPr>
          <p:cNvGrpSpPr/>
          <p:nvPr/>
        </p:nvGrpSpPr>
        <p:grpSpPr>
          <a:xfrm>
            <a:off x="3575720" y="4509120"/>
            <a:ext cx="4208463" cy="801688"/>
            <a:chOff x="3786604" y="3720470"/>
            <a:chExt cx="4208463" cy="801688"/>
          </a:xfrm>
        </p:grpSpPr>
        <p:grpSp>
          <p:nvGrpSpPr>
            <p:cNvPr id="136" name="Group 58">
              <a:extLst>
                <a:ext uri="{FF2B5EF4-FFF2-40B4-BE49-F238E27FC236}">
                  <a16:creationId xmlns:a16="http://schemas.microsoft.com/office/drawing/2014/main" id="{E675645C-771D-1C4D-BD09-0A50219A7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604" y="4296733"/>
              <a:ext cx="546100" cy="225425"/>
              <a:chOff x="1287" y="2524"/>
              <a:chExt cx="260" cy="100"/>
            </a:xfrm>
          </p:grpSpPr>
          <p:sp>
            <p:nvSpPr>
              <p:cNvPr id="137" name="Rectangle 59">
                <a:extLst>
                  <a:ext uri="{FF2B5EF4-FFF2-40B4-BE49-F238E27FC236}">
                    <a16:creationId xmlns:a16="http://schemas.microsoft.com/office/drawing/2014/main" id="{4BD7EDAC-534F-D84F-8E24-977FE250A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Rectangle 60">
                <a:extLst>
                  <a:ext uri="{FF2B5EF4-FFF2-40B4-BE49-F238E27FC236}">
                    <a16:creationId xmlns:a16="http://schemas.microsoft.com/office/drawing/2014/main" id="{522C0AA5-89A7-AE45-9EA6-0984C3D36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Rectangle 61">
                <a:extLst>
                  <a:ext uri="{FF2B5EF4-FFF2-40B4-BE49-F238E27FC236}">
                    <a16:creationId xmlns:a16="http://schemas.microsoft.com/office/drawing/2014/main" id="{E45B888C-A7C7-C04F-96C2-AC5495901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Rectangle 62">
                <a:extLst>
                  <a:ext uri="{FF2B5EF4-FFF2-40B4-BE49-F238E27FC236}">
                    <a16:creationId xmlns:a16="http://schemas.microsoft.com/office/drawing/2014/main" id="{6D259067-30CA-3A43-B969-2FED80C10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3" name="Group 79">
              <a:extLst>
                <a:ext uri="{FF2B5EF4-FFF2-40B4-BE49-F238E27FC236}">
                  <a16:creationId xmlns:a16="http://schemas.microsoft.com/office/drawing/2014/main" id="{2953A696-2D0B-4946-96FC-8F6534A2F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8967" y="4268158"/>
              <a:ext cx="546100" cy="225425"/>
              <a:chOff x="1287" y="2524"/>
              <a:chExt cx="260" cy="100"/>
            </a:xfrm>
          </p:grpSpPr>
          <p:sp>
            <p:nvSpPr>
              <p:cNvPr id="154" name="Rectangle 80">
                <a:extLst>
                  <a:ext uri="{FF2B5EF4-FFF2-40B4-BE49-F238E27FC236}">
                    <a16:creationId xmlns:a16="http://schemas.microsoft.com/office/drawing/2014/main" id="{313605CC-1AC5-8944-94FF-94268AD80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Rectangle 81">
                <a:extLst>
                  <a:ext uri="{FF2B5EF4-FFF2-40B4-BE49-F238E27FC236}">
                    <a16:creationId xmlns:a16="http://schemas.microsoft.com/office/drawing/2014/main" id="{BAFE64F2-A025-9F4E-99C9-ACC9BFF2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6" name="Rectangle 82">
                <a:extLst>
                  <a:ext uri="{FF2B5EF4-FFF2-40B4-BE49-F238E27FC236}">
                    <a16:creationId xmlns:a16="http://schemas.microsoft.com/office/drawing/2014/main" id="{3829DF34-8663-6146-9BA0-7632285CE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7" name="Rectangle 83">
                <a:extLst>
                  <a:ext uri="{FF2B5EF4-FFF2-40B4-BE49-F238E27FC236}">
                    <a16:creationId xmlns:a16="http://schemas.microsoft.com/office/drawing/2014/main" id="{D148D136-2E3F-5745-9E50-2A0525F6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1" name="Text Box 56">
              <a:extLst>
                <a:ext uri="{FF2B5EF4-FFF2-40B4-BE49-F238E27FC236}">
                  <a16:creationId xmlns:a16="http://schemas.microsoft.com/office/drawing/2014/main" id="{0AD3AB67-1B7A-DC4C-8CF0-ED4CE6AD6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1729" y="3720470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socket</a:t>
              </a:r>
            </a:p>
          </p:txBody>
        </p:sp>
        <p:sp>
          <p:nvSpPr>
            <p:cNvPr id="162" name="Line 92">
              <a:extLst>
                <a:ext uri="{FF2B5EF4-FFF2-40B4-BE49-F238E27FC236}">
                  <a16:creationId xmlns:a16="http://schemas.microsoft.com/office/drawing/2014/main" id="{143E3CCF-902D-1B48-A226-00DCF5BF0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779" y="3920495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Line 93">
              <a:extLst>
                <a:ext uri="{FF2B5EF4-FFF2-40B4-BE49-F238E27FC236}">
                  <a16:creationId xmlns:a16="http://schemas.microsoft.com/office/drawing/2014/main" id="{C4134BE9-E71D-0348-B019-E892502C5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59942" y="3909383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4" name="Group 96">
            <a:extLst>
              <a:ext uri="{FF2B5EF4-FFF2-40B4-BE49-F238E27FC236}">
                <a16:creationId xmlns:a16="http://schemas.microsoft.com/office/drawing/2014/main" id="{9A6CA79B-4989-1B42-B637-EB423445684E}"/>
              </a:ext>
            </a:extLst>
          </p:cNvPr>
          <p:cNvGrpSpPr>
            <a:grpSpLocks/>
          </p:cNvGrpSpPr>
          <p:nvPr/>
        </p:nvGrpSpPr>
        <p:grpSpPr bwMode="auto">
          <a:xfrm>
            <a:off x="2004095" y="5763245"/>
            <a:ext cx="719138" cy="773113"/>
            <a:chOff x="-44" y="1473"/>
            <a:chExt cx="981" cy="1105"/>
          </a:xfrm>
        </p:grpSpPr>
        <p:pic>
          <p:nvPicPr>
            <p:cNvPr id="165" name="Picture 97" descr="desktop_computer_stylized_medium">
              <a:extLst>
                <a:ext uri="{FF2B5EF4-FFF2-40B4-BE49-F238E27FC236}">
                  <a16:creationId xmlns:a16="http://schemas.microsoft.com/office/drawing/2014/main" id="{52A0739D-A2B2-9B4C-808E-15A031326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Freeform 98">
              <a:extLst>
                <a:ext uri="{FF2B5EF4-FFF2-40B4-BE49-F238E27FC236}">
                  <a16:creationId xmlns:a16="http://schemas.microsoft.com/office/drawing/2014/main" id="{DA46FEF0-4E21-2249-B7F5-7F6F7B7F0D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7" name="Group 99">
            <a:extLst>
              <a:ext uri="{FF2B5EF4-FFF2-40B4-BE49-F238E27FC236}">
                <a16:creationId xmlns:a16="http://schemas.microsoft.com/office/drawing/2014/main" id="{05F61B1A-C7F7-544F-B009-739C54EFEA0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700170" y="5958508"/>
            <a:ext cx="719138" cy="773112"/>
            <a:chOff x="-44" y="1473"/>
            <a:chExt cx="981" cy="1105"/>
          </a:xfrm>
        </p:grpSpPr>
        <p:pic>
          <p:nvPicPr>
            <p:cNvPr id="168" name="Picture 100" descr="desktop_computer_stylized_medium">
              <a:extLst>
                <a:ext uri="{FF2B5EF4-FFF2-40B4-BE49-F238E27FC236}">
                  <a16:creationId xmlns:a16="http://schemas.microsoft.com/office/drawing/2014/main" id="{23181BD9-C2D1-5E4C-A8EE-29F5422B9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Freeform 101">
              <a:extLst>
                <a:ext uri="{FF2B5EF4-FFF2-40B4-BE49-F238E27FC236}">
                  <a16:creationId xmlns:a16="http://schemas.microsoft.com/office/drawing/2014/main" id="{2BA7DD97-C4EE-0C4B-B331-0E1CF367E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9" name="Content Placeholder 2"/>
          <p:cNvSpPr>
            <a:spLocks noGrp="1"/>
          </p:cNvSpPr>
          <p:nvPr>
            <p:ph idx="1"/>
          </p:nvPr>
        </p:nvSpPr>
        <p:spPr>
          <a:xfrm>
            <a:off x="767408" y="820326"/>
            <a:ext cx="10657184" cy="2929969"/>
          </a:xfrm>
        </p:spPr>
        <p:txBody>
          <a:bodyPr>
            <a:normAutofit/>
          </a:bodyPr>
          <a:lstStyle/>
          <a:p>
            <a:pPr algn="r" rtl="1"/>
            <a:r>
              <a:rPr lang="he-IL" sz="2400" dirty="0" smtClean="0"/>
              <a:t>כדי לפשט את המבנה של רשת תקשורת מחלקים אותה לחלקים הנקראים שכבות.</a:t>
            </a:r>
          </a:p>
          <a:p>
            <a:pPr algn="r" rtl="1"/>
            <a:r>
              <a:rPr lang="he-IL" sz="2400" dirty="0" smtClean="0"/>
              <a:t>כל שכבה מממשת שרות, ומספקת את השרות באמצעות ממשק מוגדר לשכבה שמעליה (ולכן החלקים </a:t>
            </a:r>
            <a:r>
              <a:rPr lang="he-IL" sz="2400" dirty="0"/>
              <a:t>נקראים </a:t>
            </a:r>
            <a:r>
              <a:rPr lang="he-IL" sz="2400" dirty="0" smtClean="0"/>
              <a:t>שכבות).</a:t>
            </a:r>
          </a:p>
          <a:p>
            <a:pPr algn="r" rtl="1"/>
            <a:r>
              <a:rPr lang="he-IL" sz="2400" dirty="0" smtClean="0"/>
              <a:t>בדומה למחלקה בתכנות מונחה עצמים, אפשר להחליף מימוש של שכבה בלי לשנות את יתר השכבות.</a:t>
            </a:r>
          </a:p>
          <a:p>
            <a:pPr algn="r" rtl="1"/>
            <a:r>
              <a:rPr lang="he-IL" sz="2400" dirty="0" smtClean="0"/>
              <a:t>ישנו מודל המחלק את מבנה הרשת לשבע שכבות אך את רשת האינטרנט מקובל לחלק לחמש שכבות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197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he-IL" sz="4000" dirty="0" smtClean="0">
                <a:solidFill>
                  <a:prstClr val="black"/>
                </a:solidFill>
                <a:cs typeface="Arial" panose="020B0604020202020204" pitchFamily="34" charset="0"/>
              </a:rPr>
              <a:t>מודל חמש השכבות של רשת </a:t>
            </a:r>
            <a:r>
              <a:rPr lang="he-IL" sz="4000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האיטרנט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979383" y="1472008"/>
            <a:ext cx="7368749" cy="4922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supporting network applications</a:t>
            </a:r>
          </a:p>
          <a:p>
            <a:pPr marL="682625" marR="0" lvl="1" indent="-225425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HTTP, IMAP, SMTP, DNS</a:t>
            </a:r>
          </a:p>
          <a:p>
            <a:pPr marL="287338" marR="0" lvl="0" indent="-287338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-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transfer</a:t>
            </a:r>
          </a:p>
          <a:p>
            <a:pPr marL="682625" marR="0" lvl="1" indent="-225425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TCP, UDP</a:t>
            </a:r>
          </a:p>
          <a:p>
            <a:pPr marL="287338" marR="0" lvl="0" indent="-287338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routing of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packets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 source to destination</a:t>
            </a:r>
          </a:p>
          <a:p>
            <a:pPr marL="682625" marR="0" lvl="1" indent="-225425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IP, routing protocols</a:t>
            </a:r>
          </a:p>
          <a:p>
            <a:pPr marL="287338" marR="0" lvl="0" indent="-287338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transfer between neighboring  network elements</a:t>
            </a:r>
          </a:p>
          <a:p>
            <a:pPr marL="682625" marR="0" lvl="1" indent="-225425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Ethernet, 802.11 (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WiFi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bits </a:t>
            </a:r>
            <a:r>
              <a:rPr kumimoji="0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the </a:t>
            </a:r>
            <a:r>
              <a:rPr kumimoji="0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wire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FC87645-22AD-8040-8C83-BC2F64C5D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284" y="1902006"/>
            <a:ext cx="1892300" cy="3530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304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8C032AE1-21C7-1541-9531-59DC0E0F6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3820" y="4217549"/>
            <a:ext cx="700833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2FF6CB9E-FC16-794F-9F97-8FE4CC7DA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263769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E0C842E9-2804-A24B-90F5-1E76ED56B9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33425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80C10F46-6CD7-F647-A004-85EB56C77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40537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264B0C4A-9518-2F45-BBDA-97BCDD99E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6934" y="4764948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ts val="2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A1409CBF-F5BE-6642-ACCF-440DA30E3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2478" y="2070093"/>
            <a:ext cx="1795813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4C8F71E2-C149-F549-B200-0E64A6F67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9934" y="3510968"/>
            <a:ext cx="1400896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565AE4AB-C1CB-3E4C-B30F-33A869485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889" y="2776676"/>
            <a:ext cx="1547860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0C3D0051-24D3-9542-BC28-EF8E74513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7943" y="4884466"/>
            <a:ext cx="1340302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5C6DD9-E1C8-9A47-B128-964947A9BCA1}"/>
              </a:ext>
            </a:extLst>
          </p:cNvPr>
          <p:cNvGrpSpPr/>
          <p:nvPr/>
        </p:nvGrpSpPr>
        <p:grpSpPr>
          <a:xfrm>
            <a:off x="8931728" y="1894114"/>
            <a:ext cx="1877786" cy="734786"/>
            <a:chOff x="8980714" y="751114"/>
            <a:chExt cx="1877786" cy="7347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763C0FF-36B6-664F-90B3-14AB76C3338D}"/>
                </a:ext>
              </a:extLst>
            </p:cNvPr>
            <p:cNvSpPr/>
            <p:nvPr/>
          </p:nvSpPr>
          <p:spPr>
            <a:xfrm>
              <a:off x="8980714" y="751114"/>
              <a:ext cx="1877786" cy="73478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D1D9D12F-41D2-1C43-BE10-20C3B18B6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9564" y="899878"/>
              <a:ext cx="1795813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BC066ED-EC5C-E148-85B2-CE56D9C40F28}"/>
              </a:ext>
            </a:extLst>
          </p:cNvPr>
          <p:cNvGrpSpPr/>
          <p:nvPr/>
        </p:nvGrpSpPr>
        <p:grpSpPr>
          <a:xfrm>
            <a:off x="8933979" y="2649498"/>
            <a:ext cx="1861418" cy="688224"/>
            <a:chOff x="8993850" y="766270"/>
            <a:chExt cx="1861418" cy="6882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3E1221-1527-4744-A110-60E3BD72A69D}"/>
                </a:ext>
              </a:extLst>
            </p:cNvPr>
            <p:cNvSpPr/>
            <p:nvPr/>
          </p:nvSpPr>
          <p:spPr>
            <a:xfrm>
              <a:off x="8993850" y="766270"/>
              <a:ext cx="1861418" cy="68822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5D7E6050-1C4A-AC42-9C80-455BF3E89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53542" y="899878"/>
              <a:ext cx="1547860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118D44F-D234-294A-9DFB-5BF4D5E069AC}"/>
              </a:ext>
            </a:extLst>
          </p:cNvPr>
          <p:cNvGrpSpPr/>
          <p:nvPr/>
        </p:nvGrpSpPr>
        <p:grpSpPr>
          <a:xfrm>
            <a:off x="8931286" y="3357646"/>
            <a:ext cx="1861418" cy="677992"/>
            <a:chOff x="8993850" y="766270"/>
            <a:chExt cx="1861418" cy="677992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BB6D480-0EF6-9743-B8C0-63D799A0402B}"/>
                </a:ext>
              </a:extLst>
            </p:cNvPr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id="{2D6CC9E9-4EB8-C148-99C7-DE21615E7D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7024" y="899878"/>
              <a:ext cx="1400896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C9AAF3B-AED3-A449-97D4-F0291249333B}"/>
              </a:ext>
            </a:extLst>
          </p:cNvPr>
          <p:cNvGrpSpPr/>
          <p:nvPr/>
        </p:nvGrpSpPr>
        <p:grpSpPr>
          <a:xfrm>
            <a:off x="8931824" y="4072257"/>
            <a:ext cx="1861418" cy="677992"/>
            <a:chOff x="8993850" y="766270"/>
            <a:chExt cx="1861418" cy="6779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21B1C9B-1511-9048-954A-42C526FFA552}"/>
                </a:ext>
              </a:extLst>
            </p:cNvPr>
            <p:cNvSpPr/>
            <p:nvPr/>
          </p:nvSpPr>
          <p:spPr>
            <a:xfrm>
              <a:off x="8993850" y="766270"/>
              <a:ext cx="1861418" cy="67799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id="{94F6A773-D867-F74F-B5C6-8190F112D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7056" y="899878"/>
              <a:ext cx="700834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725BE4D-F37D-9C4B-B89A-22367E8DCDC6}"/>
              </a:ext>
            </a:extLst>
          </p:cNvPr>
          <p:cNvGrpSpPr/>
          <p:nvPr/>
        </p:nvGrpSpPr>
        <p:grpSpPr>
          <a:xfrm>
            <a:off x="8925900" y="4785252"/>
            <a:ext cx="1861418" cy="639758"/>
            <a:chOff x="8993850" y="784041"/>
            <a:chExt cx="1861418" cy="63975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D53E4D4-FAC6-1E4B-882F-3AD5F8C274EF}"/>
                </a:ext>
              </a:extLst>
            </p:cNvPr>
            <p:cNvSpPr/>
            <p:nvPr/>
          </p:nvSpPr>
          <p:spPr>
            <a:xfrm>
              <a:off x="8993850" y="784041"/>
              <a:ext cx="1861418" cy="6397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2F3023D6-375B-E04C-A47A-CBC847CE6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57324" y="899878"/>
              <a:ext cx="1340303" cy="456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347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 8">
            <a:extLst>
              <a:ext uri="{FF2B5EF4-FFF2-40B4-BE49-F238E27FC236}">
                <a16:creationId xmlns:a16="http://schemas.microsoft.com/office/drawing/2014/main" id="{5C25CEF4-E407-5F48-A3E3-98E83E25849B}"/>
              </a:ext>
            </a:extLst>
          </p:cNvPr>
          <p:cNvSpPr>
            <a:spLocks/>
          </p:cNvSpPr>
          <p:nvPr/>
        </p:nvSpPr>
        <p:spPr bwMode="auto">
          <a:xfrm>
            <a:off x="3548141" y="1573968"/>
            <a:ext cx="4992" cy="3104606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  <a:gd name="connsiteX0" fmla="*/ 0 w 2318"/>
              <a:gd name="connsiteY0" fmla="*/ 0 h 9961"/>
              <a:gd name="connsiteX1" fmla="*/ 12 w 2318"/>
              <a:gd name="connsiteY1" fmla="*/ 8378 h 9961"/>
              <a:gd name="connsiteX2" fmla="*/ 2318 w 2318"/>
              <a:gd name="connsiteY2" fmla="*/ 9961 h 9961"/>
              <a:gd name="connsiteX0" fmla="*/ 0 w 52"/>
              <a:gd name="connsiteY0" fmla="*/ 0 h 8411"/>
              <a:gd name="connsiteX1" fmla="*/ 52 w 52"/>
              <a:gd name="connsiteY1" fmla="*/ 8411 h 8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" h="8411">
                <a:moveTo>
                  <a:pt x="0" y="0"/>
                </a:moveTo>
                <a:cubicBezTo>
                  <a:pt x="17" y="2804"/>
                  <a:pt x="35" y="5607"/>
                  <a:pt x="52" y="8411"/>
                </a:cubicBez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</p:txBody>
      </p:sp>
      <p:sp>
        <p:nvSpPr>
          <p:cNvPr id="220" name="Freeform 10">
            <a:extLst>
              <a:ext uri="{FF2B5EF4-FFF2-40B4-BE49-F238E27FC236}">
                <a16:creationId xmlns:a16="http://schemas.microsoft.com/office/drawing/2014/main" id="{236C8C34-AA0A-1747-BF1D-3CBFB21AC1F2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10916607" y="1577038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 smtClean="0">
                <a:ea typeface="ＭＳ Ｐゴシック" panose="020B0600070205080204" pitchFamily="34" charset="-128"/>
              </a:rPr>
              <a:t>Encapsulation</a:t>
            </a:r>
            <a:endParaRPr lang="en-US" sz="4000" dirty="0"/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10CAB5B1-70B7-184B-A16F-4239A3118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C528DAB-CFD1-6943-9F41-1A6F334C3C75}"/>
              </a:ext>
            </a:extLst>
          </p:cNvPr>
          <p:cNvSpPr>
            <a:spLocks/>
          </p:cNvSpPr>
          <p:nvPr/>
        </p:nvSpPr>
        <p:spPr bwMode="auto">
          <a:xfrm rot="10800000">
            <a:off x="975630" y="1559549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190">
            <a:extLst>
              <a:ext uri="{FF2B5EF4-FFF2-40B4-BE49-F238E27FC236}">
                <a16:creationId xmlns:a16="http://schemas.microsoft.com/office/drawing/2014/main" id="{8D7B8AF0-B984-FB44-AB9F-07CA253CEA3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25" name="Picture 191" descr="desktop_computer_stylized_medium">
              <a:extLst>
                <a:ext uri="{FF2B5EF4-FFF2-40B4-BE49-F238E27FC236}">
                  <a16:creationId xmlns:a16="http://schemas.microsoft.com/office/drawing/2014/main" id="{06D1D726-A569-254A-9E27-366DB8CF32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92">
              <a:extLst>
                <a:ext uri="{FF2B5EF4-FFF2-40B4-BE49-F238E27FC236}">
                  <a16:creationId xmlns:a16="http://schemas.microsoft.com/office/drawing/2014/main" id="{F5362B29-42A6-3F4A-A1AB-EFF56E7B77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D0C4974-D689-414F-A2EB-9B1043F3314D}"/>
              </a:ext>
            </a:extLst>
          </p:cNvPr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ED8D52E4-C345-B842-A2E7-C8068B8E5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A5089E2D-0B1B-544A-82BC-F28ED3191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3EBBB35-9D82-7C43-B882-52ED90AE3A71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2EA7353-AEFA-934F-93DE-A8D55DF75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40242E3-3BEB-D543-B881-84EB2D13BD66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DC27D746-0691-6F47-9E9D-1D63DF11D081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950">
            <a:extLst>
              <a:ext uri="{FF2B5EF4-FFF2-40B4-BE49-F238E27FC236}">
                <a16:creationId xmlns:a16="http://schemas.microsoft.com/office/drawing/2014/main" id="{044873AD-74A5-8A44-846B-EC5D0FBC82D7}"/>
              </a:ext>
            </a:extLst>
          </p:cNvPr>
          <p:cNvGrpSpPr>
            <a:grpSpLocks/>
          </p:cNvGrpSpPr>
          <p:nvPr/>
        </p:nvGrpSpPr>
        <p:grpSpPr bwMode="auto"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168" name="Freeform 951">
              <a:extLst>
                <a:ext uri="{FF2B5EF4-FFF2-40B4-BE49-F238E27FC236}">
                  <a16:creationId xmlns:a16="http://schemas.microsoft.com/office/drawing/2014/main" id="{EEDE4156-8281-D847-9240-9DE989990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Rectangle 952">
              <a:extLst>
                <a:ext uri="{FF2B5EF4-FFF2-40B4-BE49-F238E27FC236}">
                  <a16:creationId xmlns:a16="http://schemas.microsoft.com/office/drawing/2014/main" id="{22E8340D-B5D1-3C48-A062-4F70248D1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0" name="Freeform 953">
              <a:extLst>
                <a:ext uri="{FF2B5EF4-FFF2-40B4-BE49-F238E27FC236}">
                  <a16:creationId xmlns:a16="http://schemas.microsoft.com/office/drawing/2014/main" id="{29109B86-1ABF-F647-8516-2AAE154A9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 954">
              <a:extLst>
                <a:ext uri="{FF2B5EF4-FFF2-40B4-BE49-F238E27FC236}">
                  <a16:creationId xmlns:a16="http://schemas.microsoft.com/office/drawing/2014/main" id="{9F93569F-8FC8-7C4E-9F95-B14647D2D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Rectangle 955">
              <a:extLst>
                <a:ext uri="{FF2B5EF4-FFF2-40B4-BE49-F238E27FC236}">
                  <a16:creationId xmlns:a16="http://schemas.microsoft.com/office/drawing/2014/main" id="{8E5BC3B8-E87D-9F47-A6F6-AD8B57BC2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3" name="Group 956">
              <a:extLst>
                <a:ext uri="{FF2B5EF4-FFF2-40B4-BE49-F238E27FC236}">
                  <a16:creationId xmlns:a16="http://schemas.microsoft.com/office/drawing/2014/main" id="{1694DE96-689D-9540-964A-22F06F6D9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8" name="AutoShape 957">
                <a:extLst>
                  <a:ext uri="{FF2B5EF4-FFF2-40B4-BE49-F238E27FC236}">
                    <a16:creationId xmlns:a16="http://schemas.microsoft.com/office/drawing/2014/main" id="{435DFCEB-F2FD-7B44-93DA-9204E2E31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9" name="AutoShape 958">
                <a:extLst>
                  <a:ext uri="{FF2B5EF4-FFF2-40B4-BE49-F238E27FC236}">
                    <a16:creationId xmlns:a16="http://schemas.microsoft.com/office/drawing/2014/main" id="{521647D7-4114-1146-9C5A-F1DB4FEC8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" name="Rectangle 959">
              <a:extLst>
                <a:ext uri="{FF2B5EF4-FFF2-40B4-BE49-F238E27FC236}">
                  <a16:creationId xmlns:a16="http://schemas.microsoft.com/office/drawing/2014/main" id="{3A0D9FD6-DBAC-4B49-A55F-167642D66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5" name="Group 960">
              <a:extLst>
                <a:ext uri="{FF2B5EF4-FFF2-40B4-BE49-F238E27FC236}">
                  <a16:creationId xmlns:a16="http://schemas.microsoft.com/office/drawing/2014/main" id="{3CFA0950-BC76-3949-8726-38646B18F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6" name="AutoShape 961">
                <a:extLst>
                  <a:ext uri="{FF2B5EF4-FFF2-40B4-BE49-F238E27FC236}">
                    <a16:creationId xmlns:a16="http://schemas.microsoft.com/office/drawing/2014/main" id="{67127BA7-9D0A-2443-9190-C56C02906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7" name="AutoShape 962">
                <a:extLst>
                  <a:ext uri="{FF2B5EF4-FFF2-40B4-BE49-F238E27FC236}">
                    <a16:creationId xmlns:a16="http://schemas.microsoft.com/office/drawing/2014/main" id="{2C9F8790-3076-4541-A56A-E9305DCB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6" name="Rectangle 963">
              <a:extLst>
                <a:ext uri="{FF2B5EF4-FFF2-40B4-BE49-F238E27FC236}">
                  <a16:creationId xmlns:a16="http://schemas.microsoft.com/office/drawing/2014/main" id="{4DE6A147-5BC7-FF41-B7AC-2BA9913BB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7" name="Rectangle 964">
              <a:extLst>
                <a:ext uri="{FF2B5EF4-FFF2-40B4-BE49-F238E27FC236}">
                  <a16:creationId xmlns:a16="http://schemas.microsoft.com/office/drawing/2014/main" id="{53ECF0A1-6175-BE45-A32A-233E1942C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8" name="Group 965">
              <a:extLst>
                <a:ext uri="{FF2B5EF4-FFF2-40B4-BE49-F238E27FC236}">
                  <a16:creationId xmlns:a16="http://schemas.microsoft.com/office/drawing/2014/main" id="{16810F93-1596-884B-B639-A3868A5CD4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4" name="AutoShape 966">
                <a:extLst>
                  <a:ext uri="{FF2B5EF4-FFF2-40B4-BE49-F238E27FC236}">
                    <a16:creationId xmlns:a16="http://schemas.microsoft.com/office/drawing/2014/main" id="{84EC0348-3D46-9445-B43C-6DC8DB392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5" name="AutoShape 967">
                <a:extLst>
                  <a:ext uri="{FF2B5EF4-FFF2-40B4-BE49-F238E27FC236}">
                    <a16:creationId xmlns:a16="http://schemas.microsoft.com/office/drawing/2014/main" id="{23A1F6B3-9F2D-5E41-8602-67921ABB1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9" name="Freeform 968">
              <a:extLst>
                <a:ext uri="{FF2B5EF4-FFF2-40B4-BE49-F238E27FC236}">
                  <a16:creationId xmlns:a16="http://schemas.microsoft.com/office/drawing/2014/main" id="{8FD6AEB5-BE60-044C-B32D-B433B7400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Group 969">
              <a:extLst>
                <a:ext uri="{FF2B5EF4-FFF2-40B4-BE49-F238E27FC236}">
                  <a16:creationId xmlns:a16="http://schemas.microsoft.com/office/drawing/2014/main" id="{30895737-AC01-6342-BADB-B3B3BFE7FC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2" name="AutoShape 970">
                <a:extLst>
                  <a:ext uri="{FF2B5EF4-FFF2-40B4-BE49-F238E27FC236}">
                    <a16:creationId xmlns:a16="http://schemas.microsoft.com/office/drawing/2014/main" id="{2D690E63-3733-8E4E-B8F8-19245FF7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3" name="AutoShape 971">
                <a:extLst>
                  <a:ext uri="{FF2B5EF4-FFF2-40B4-BE49-F238E27FC236}">
                    <a16:creationId xmlns:a16="http://schemas.microsoft.com/office/drawing/2014/main" id="{9CE827B0-221F-ED4A-A36B-E1EEFE27B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1" name="Rectangle 972">
              <a:extLst>
                <a:ext uri="{FF2B5EF4-FFF2-40B4-BE49-F238E27FC236}">
                  <a16:creationId xmlns:a16="http://schemas.microsoft.com/office/drawing/2014/main" id="{6DA44079-B2D7-9244-A5E0-9DF13556E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2" name="Freeform 973">
              <a:extLst>
                <a:ext uri="{FF2B5EF4-FFF2-40B4-BE49-F238E27FC236}">
                  <a16:creationId xmlns:a16="http://schemas.microsoft.com/office/drawing/2014/main" id="{E808BD44-A307-394D-8965-070EF3F86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Freeform 974">
              <a:extLst>
                <a:ext uri="{FF2B5EF4-FFF2-40B4-BE49-F238E27FC236}">
                  <a16:creationId xmlns:a16="http://schemas.microsoft.com/office/drawing/2014/main" id="{327FF4BF-3914-2143-83C7-C816B3E0A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Oval 975">
              <a:extLst>
                <a:ext uri="{FF2B5EF4-FFF2-40B4-BE49-F238E27FC236}">
                  <a16:creationId xmlns:a16="http://schemas.microsoft.com/office/drawing/2014/main" id="{09C51570-A4D3-D24C-A492-3811DD9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5" name="Freeform 976">
              <a:extLst>
                <a:ext uri="{FF2B5EF4-FFF2-40B4-BE49-F238E27FC236}">
                  <a16:creationId xmlns:a16="http://schemas.microsoft.com/office/drawing/2014/main" id="{BC2853B5-A39B-5A40-97DF-5ADB4712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AutoShape 977">
              <a:extLst>
                <a:ext uri="{FF2B5EF4-FFF2-40B4-BE49-F238E27FC236}">
                  <a16:creationId xmlns:a16="http://schemas.microsoft.com/office/drawing/2014/main" id="{7928EDBA-57E1-B441-B1AF-CC0D62B2B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7" name="AutoShape 978">
              <a:extLst>
                <a:ext uri="{FF2B5EF4-FFF2-40B4-BE49-F238E27FC236}">
                  <a16:creationId xmlns:a16="http://schemas.microsoft.com/office/drawing/2014/main" id="{CC70E1A7-AAEC-6440-86AC-73ECE22D7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8" name="Oval 979">
              <a:extLst>
                <a:ext uri="{FF2B5EF4-FFF2-40B4-BE49-F238E27FC236}">
                  <a16:creationId xmlns:a16="http://schemas.microsoft.com/office/drawing/2014/main" id="{2F7E7C91-0257-D84D-8AD1-4A152C81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9" name="Oval 980">
              <a:extLst>
                <a:ext uri="{FF2B5EF4-FFF2-40B4-BE49-F238E27FC236}">
                  <a16:creationId xmlns:a16="http://schemas.microsoft.com/office/drawing/2014/main" id="{6AE127C2-D583-E74D-8B39-05EEBEBE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0" name="Oval 981">
              <a:extLst>
                <a:ext uri="{FF2B5EF4-FFF2-40B4-BE49-F238E27FC236}">
                  <a16:creationId xmlns:a16="http://schemas.microsoft.com/office/drawing/2014/main" id="{0EDFA963-70E6-2E42-AAFE-E2F9BD64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1" name="Rectangle 982">
              <a:extLst>
                <a:ext uri="{FF2B5EF4-FFF2-40B4-BE49-F238E27FC236}">
                  <a16:creationId xmlns:a16="http://schemas.microsoft.com/office/drawing/2014/main" id="{27A6382E-A13F-A248-84BF-E9DBD71EE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06" name="Text Box 8">
            <a:extLst>
              <a:ext uri="{FF2B5EF4-FFF2-40B4-BE49-F238E27FC236}">
                <a16:creationId xmlns:a16="http://schemas.microsoft.com/office/drawing/2014/main" id="{6066254D-E62E-B446-8950-17FDF2A18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</a:rPr>
              <a:t>destination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94888FAE-136F-094E-BF2A-11D94A17BB7F}"/>
              </a:ext>
            </a:extLst>
          </p:cNvPr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214" name="Rectangle 24">
              <a:extLst>
                <a:ext uri="{FF2B5EF4-FFF2-40B4-BE49-F238E27FC236}">
                  <a16:creationId xmlns:a16="http://schemas.microsoft.com/office/drawing/2014/main" id="{FA7A7264-CB0E-4442-BA92-F16F6E6E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5" name="Text Box 26">
              <a:extLst>
                <a:ext uri="{FF2B5EF4-FFF2-40B4-BE49-F238E27FC236}">
                  <a16:creationId xmlns:a16="http://schemas.microsoft.com/office/drawing/2014/main" id="{D54F6320-1E23-E649-BFED-E007672E7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F2C66BF-55D8-0549-A9DA-934202F38DD5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CA370408-C974-CD4A-8EF6-0AEC3924D4ED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A7BF2B3-45B8-414A-8B63-2480CF8FA11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9A1FEA61-81C7-C449-880B-15A8ACAF5500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E8BAFE3-3C6F-F143-9E4B-2A620EAB382E}"/>
              </a:ext>
            </a:extLst>
          </p:cNvPr>
          <p:cNvSpPr/>
          <p:nvPr/>
        </p:nvSpPr>
        <p:spPr>
          <a:xfrm>
            <a:off x="5584583" y="1981531"/>
            <a:ext cx="971760" cy="389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5D21437-EB31-B049-BCA8-EA76E03FEDB7}"/>
              </a:ext>
            </a:extLst>
          </p:cNvPr>
          <p:cNvGrpSpPr/>
          <p:nvPr/>
        </p:nvGrpSpPr>
        <p:grpSpPr>
          <a:xfrm>
            <a:off x="7629993" y="1484027"/>
            <a:ext cx="1535906" cy="3792511"/>
            <a:chOff x="7629993" y="1484027"/>
            <a:chExt cx="1535906" cy="3792511"/>
          </a:xfrm>
        </p:grpSpPr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2E3C13E9-FC91-E54D-9DC5-AFD70E3CBBAA}"/>
                </a:ext>
              </a:extLst>
            </p:cNvPr>
            <p:cNvSpPr/>
            <p:nvPr/>
          </p:nvSpPr>
          <p:spPr>
            <a:xfrm flipH="1">
              <a:off x="7629993" y="1484027"/>
              <a:ext cx="1201062" cy="3792511"/>
            </a:xfrm>
            <a:custGeom>
              <a:avLst/>
              <a:gdLst>
                <a:gd name="connsiteX0" fmla="*/ 1822537 w 1822537"/>
                <a:gd name="connsiteY0" fmla="*/ 3263030 h 3263030"/>
                <a:gd name="connsiteX1" fmla="*/ 6263 w 1822537"/>
                <a:gd name="connsiteY1" fmla="*/ 2743200 h 3263030"/>
                <a:gd name="connsiteX2" fmla="*/ 0 w 1822537"/>
                <a:gd name="connsiteY2" fmla="*/ 0 h 3263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2537" h="3263030">
                  <a:moveTo>
                    <a:pt x="1822537" y="3263030"/>
                  </a:moveTo>
                  <a:lnTo>
                    <a:pt x="6263" y="2743200"/>
                  </a:lnTo>
                  <a:cubicBezTo>
                    <a:pt x="4175" y="1828800"/>
                    <a:pt x="2088" y="914400"/>
                    <a:pt x="0" y="0"/>
                  </a:cubicBezTo>
                </a:path>
              </a:pathLst>
            </a:custGeom>
            <a:noFill/>
            <a:ln w="44450">
              <a:solidFill>
                <a:srgbClr val="C00000"/>
              </a:solidFill>
              <a:tailEnd type="triangle" w="med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 </a:t>
              </a: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92B38A84-24FD-C544-987C-947AA35CE4C5}"/>
                </a:ext>
              </a:extLst>
            </p:cNvPr>
            <p:cNvGrpSpPr/>
            <p:nvPr/>
          </p:nvGrpSpPr>
          <p:grpSpPr>
            <a:xfrm>
              <a:off x="7693325" y="4097936"/>
              <a:ext cx="1470663" cy="389744"/>
              <a:chOff x="6216702" y="5375649"/>
              <a:chExt cx="1470663" cy="389744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CDD6D97-0BE7-0549-9C77-11B2E0248059}"/>
                  </a:ext>
                </a:extLst>
              </p:cNvPr>
              <p:cNvSpPr/>
              <p:nvPr/>
            </p:nvSpPr>
            <p:spPr>
              <a:xfrm>
                <a:off x="6477000" y="5375649"/>
                <a:ext cx="1210365" cy="3897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2" name="Group 182">
                <a:extLst>
                  <a:ext uri="{FF2B5EF4-FFF2-40B4-BE49-F238E27FC236}">
                    <a16:creationId xmlns:a16="http://schemas.microsoft.com/office/drawing/2014/main" id="{0DBA1D16-ECC0-6340-A5E0-A93C4A81AE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216702" y="5392448"/>
                <a:ext cx="1381126" cy="301625"/>
                <a:chOff x="265" y="1531"/>
                <a:chExt cx="870" cy="190"/>
              </a:xfrm>
            </p:grpSpPr>
            <p:sp>
              <p:nvSpPr>
                <p:cNvPr id="130" name="Rectangle 183">
                  <a:extLst>
                    <a:ext uri="{FF2B5EF4-FFF2-40B4-BE49-F238E27FC236}">
                      <a16:creationId xmlns:a16="http://schemas.microsoft.com/office/drawing/2014/main" id="{973B9FB6-C384-9B48-9B9C-233F0A0DBC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" y="1549"/>
                  <a:ext cx="870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1" name="Rectangle 184">
                  <a:extLst>
                    <a:ext uri="{FF2B5EF4-FFF2-40B4-BE49-F238E27FC236}">
                      <a16:creationId xmlns:a16="http://schemas.microsoft.com/office/drawing/2014/main" id="{3F4F223D-5B6B-4E46-9BB6-14710B320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123" name="Rectangle 181">
                <a:extLst>
                  <a:ext uri="{FF2B5EF4-FFF2-40B4-BE49-F238E27FC236}">
                    <a16:creationId xmlns:a16="http://schemas.microsoft.com/office/drawing/2014/main" id="{5258144E-5499-AD49-BC8B-BE256AE9A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1757" y="5404115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24" name="Rectangle 181">
                <a:extLst>
                  <a:ext uri="{FF2B5EF4-FFF2-40B4-BE49-F238E27FC236}">
                    <a16:creationId xmlns:a16="http://schemas.microsoft.com/office/drawing/2014/main" id="{AA376B89-1E9F-2B4E-BC10-4D886A9404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9453" y="5386777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A158D1E0-EC39-B24D-B774-0F90A7D44B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06894" y="542102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48C5D3C3-9FD9-A44F-928B-E71825DFF240}"/>
                  </a:ext>
                </a:extLst>
              </p:cNvPr>
              <p:cNvCxnSpPr/>
              <p:nvPr/>
            </p:nvCxnSpPr>
            <p:spPr>
              <a:xfrm>
                <a:off x="6826395" y="5419311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Rectangle 181">
                <a:extLst>
                  <a:ext uri="{FF2B5EF4-FFF2-40B4-BE49-F238E27FC236}">
                    <a16:creationId xmlns:a16="http://schemas.microsoft.com/office/drawing/2014/main" id="{225DB40F-4099-ED4A-9278-26E92634A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6418" y="5394426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D9C2CF80-D780-354F-8B0F-64498B55F617}"/>
                  </a:ext>
                </a:extLst>
              </p:cNvPr>
              <p:cNvCxnSpPr/>
              <p:nvPr/>
            </p:nvCxnSpPr>
            <p:spPr>
              <a:xfrm>
                <a:off x="6505708" y="5419900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F9A41558-760A-B044-A2E4-76228C31F8A4}"/>
                </a:ext>
              </a:extLst>
            </p:cNvPr>
            <p:cNvGrpSpPr/>
            <p:nvPr/>
          </p:nvGrpSpPr>
          <p:grpSpPr>
            <a:xfrm>
              <a:off x="8014421" y="3363106"/>
              <a:ext cx="1058375" cy="307296"/>
              <a:chOff x="5509436" y="3287899"/>
              <a:chExt cx="1058375" cy="307296"/>
            </a:xfrm>
          </p:grpSpPr>
          <p:grpSp>
            <p:nvGrpSpPr>
              <p:cNvPr id="140" name="Group 182">
                <a:extLst>
                  <a:ext uri="{FF2B5EF4-FFF2-40B4-BE49-F238E27FC236}">
                    <a16:creationId xmlns:a16="http://schemas.microsoft.com/office/drawing/2014/main" id="{C1155C62-A602-444F-B19F-4DA3FA3F7D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147" name="Rectangle 183">
                  <a:extLst>
                    <a:ext uri="{FF2B5EF4-FFF2-40B4-BE49-F238E27FC236}">
                      <a16:creationId xmlns:a16="http://schemas.microsoft.com/office/drawing/2014/main" id="{2D53D250-0610-284E-81F1-879A700C00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1" name="Rectangle 184">
                  <a:extLst>
                    <a:ext uri="{FF2B5EF4-FFF2-40B4-BE49-F238E27FC236}">
                      <a16:creationId xmlns:a16="http://schemas.microsoft.com/office/drawing/2014/main" id="{0ACD3527-E9B9-6D4D-8007-099BBDDFF1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141" name="Rectangle 181">
                <a:extLst>
                  <a:ext uri="{FF2B5EF4-FFF2-40B4-BE49-F238E27FC236}">
                    <a16:creationId xmlns:a16="http://schemas.microsoft.com/office/drawing/2014/main" id="{38AD7C4D-A21D-0347-A026-DC5DDA65C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142" name="Rectangle 181">
                <a:extLst>
                  <a:ext uri="{FF2B5EF4-FFF2-40B4-BE49-F238E27FC236}">
                    <a16:creationId xmlns:a16="http://schemas.microsoft.com/office/drawing/2014/main" id="{283EF6F9-EBD6-0643-B547-9A89925CC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F1A7170-6A51-3D48-AEA7-1F523F75B4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6877" y="3322145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F7519B9E-323B-804C-8AD0-4C25771A040B}"/>
                  </a:ext>
                </a:extLst>
              </p:cNvPr>
              <p:cNvCxnSpPr/>
              <p:nvPr/>
            </p:nvCxnSpPr>
            <p:spPr>
              <a:xfrm>
                <a:off x="5796378" y="3320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A2AE95C-185C-8444-B654-78F71C71DE49}"/>
                </a:ext>
              </a:extLst>
            </p:cNvPr>
            <p:cNvGrpSpPr/>
            <p:nvPr/>
          </p:nvGrpSpPr>
          <p:grpSpPr>
            <a:xfrm>
              <a:off x="8257849" y="2658970"/>
              <a:ext cx="908050" cy="301625"/>
              <a:chOff x="6877524" y="6049441"/>
              <a:chExt cx="908050" cy="301625"/>
            </a:xfrm>
          </p:grpSpPr>
          <p:grpSp>
            <p:nvGrpSpPr>
              <p:cNvPr id="155" name="Group 179">
                <a:extLst>
                  <a:ext uri="{FF2B5EF4-FFF2-40B4-BE49-F238E27FC236}">
                    <a16:creationId xmlns:a16="http://schemas.microsoft.com/office/drawing/2014/main" id="{F7F3A59D-8E1C-0843-A91C-661B48C280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7524" y="6051029"/>
                <a:ext cx="296863" cy="292100"/>
                <a:chOff x="1959" y="2058"/>
                <a:chExt cx="187" cy="184"/>
              </a:xfrm>
            </p:grpSpPr>
            <p:sp>
              <p:nvSpPr>
                <p:cNvPr id="159" name="Rectangle 180">
                  <a:extLst>
                    <a:ext uri="{FF2B5EF4-FFF2-40B4-BE49-F238E27FC236}">
                      <a16:creationId xmlns:a16="http://schemas.microsoft.com/office/drawing/2014/main" id="{D8D8CDAC-1743-F44C-8814-3E710C0D8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0" name="Rectangle 181">
                  <a:extLst>
                    <a:ext uri="{FF2B5EF4-FFF2-40B4-BE49-F238E27FC236}">
                      <a16:creationId xmlns:a16="http://schemas.microsoft.com/office/drawing/2014/main" id="{2BF6322B-3EB6-C74A-B78F-2C3780E0EF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H</a:t>
                  </a:r>
                  <a:r>
                    <a:rPr kumimoji="0" lang="en-US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t</a:t>
                  </a:r>
                </a:p>
              </p:txBody>
            </p:sp>
          </p:grpSp>
          <p:grpSp>
            <p:nvGrpSpPr>
              <p:cNvPr id="156" name="Group 182">
                <a:extLst>
                  <a:ext uri="{FF2B5EF4-FFF2-40B4-BE49-F238E27FC236}">
                    <a16:creationId xmlns:a16="http://schemas.microsoft.com/office/drawing/2014/main" id="{EEA95EC8-682A-ED49-9AD0-BB0068E93C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6124" y="6049441"/>
                <a:ext cx="679450" cy="301625"/>
                <a:chOff x="780" y="1553"/>
                <a:chExt cx="428" cy="190"/>
              </a:xfrm>
            </p:grpSpPr>
            <p:sp>
              <p:nvSpPr>
                <p:cNvPr id="157" name="Rectangle 183">
                  <a:extLst>
                    <a:ext uri="{FF2B5EF4-FFF2-40B4-BE49-F238E27FC236}">
                      <a16:creationId xmlns:a16="http://schemas.microsoft.com/office/drawing/2014/main" id="{FFE8EEA0-FBAD-384F-AB6F-D39C89FF6B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8" name="Rectangle 184">
                  <a:extLst>
                    <a:ext uri="{FF2B5EF4-FFF2-40B4-BE49-F238E27FC236}">
                      <a16:creationId xmlns:a16="http://schemas.microsoft.com/office/drawing/2014/main" id="{9C401D53-7DDF-E146-8622-C9BE9D947C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</p:grpSp>
        <p:grpSp>
          <p:nvGrpSpPr>
            <p:cNvPr id="162" name="Group 175">
              <a:extLst>
                <a:ext uri="{FF2B5EF4-FFF2-40B4-BE49-F238E27FC236}">
                  <a16:creationId xmlns:a16="http://schemas.microsoft.com/office/drawing/2014/main" id="{22C4D71A-308A-D147-9E34-D1EFF8D1F1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5451" y="1880020"/>
              <a:ext cx="679450" cy="301625"/>
              <a:chOff x="780" y="1553"/>
              <a:chExt cx="428" cy="190"/>
            </a:xfrm>
          </p:grpSpPr>
          <p:sp>
            <p:nvSpPr>
              <p:cNvPr id="163" name="Rectangle 176">
                <a:extLst>
                  <a:ext uri="{FF2B5EF4-FFF2-40B4-BE49-F238E27FC236}">
                    <a16:creationId xmlns:a16="http://schemas.microsoft.com/office/drawing/2014/main" id="{1BB3E472-5096-EB4B-9536-B45F30797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tangle 177">
                <a:extLst>
                  <a:ext uri="{FF2B5EF4-FFF2-40B4-BE49-F238E27FC236}">
                    <a16:creationId xmlns:a16="http://schemas.microsoft.com/office/drawing/2014/main" id="{37DB6D54-3397-3949-A1CA-B2DA46101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sp>
        <p:nvSpPr>
          <p:cNvPr id="165" name="Freeform 8">
            <a:extLst>
              <a:ext uri="{FF2B5EF4-FFF2-40B4-BE49-F238E27FC236}">
                <a16:creationId xmlns:a16="http://schemas.microsoft.com/office/drawing/2014/main" id="{2F028C19-F830-D644-B8E0-645A3A1596FF}"/>
              </a:ext>
            </a:extLst>
          </p:cNvPr>
          <p:cNvSpPr>
            <a:spLocks/>
          </p:cNvSpPr>
          <p:nvPr/>
        </p:nvSpPr>
        <p:spPr bwMode="auto">
          <a:xfrm>
            <a:off x="3570599" y="4675377"/>
            <a:ext cx="4136844" cy="601045"/>
          </a:xfrm>
          <a:custGeom>
            <a:avLst/>
            <a:gdLst>
              <a:gd name="T0" fmla="*/ 0 w 4100"/>
              <a:gd name="T1" fmla="*/ 0 h 2072"/>
              <a:gd name="T2" fmla="*/ 4 w 4100"/>
              <a:gd name="T3" fmla="*/ 1736 h 2072"/>
              <a:gd name="T4" fmla="*/ 804 w 4100"/>
              <a:gd name="T5" fmla="*/ 2064 h 2072"/>
              <a:gd name="T6" fmla="*/ 3468 w 4100"/>
              <a:gd name="T7" fmla="*/ 2072 h 2072"/>
              <a:gd name="T8" fmla="*/ 4100 w 4100"/>
              <a:gd name="T9" fmla="*/ 1736 h 2072"/>
              <a:gd name="T10" fmla="*/ 4100 w 4100"/>
              <a:gd name="T11" fmla="*/ 96 h 20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00"/>
              <a:gd name="T19" fmla="*/ 0 h 2072"/>
              <a:gd name="T20" fmla="*/ 4100 w 4100"/>
              <a:gd name="T21" fmla="*/ 2072 h 2072"/>
              <a:gd name="connsiteX0" fmla="*/ 0 w 10000"/>
              <a:gd name="connsiteY0" fmla="*/ 0 h 10000"/>
              <a:gd name="connsiteX1" fmla="*/ 10 w 10000"/>
              <a:gd name="connsiteY1" fmla="*/ 8378 h 10000"/>
              <a:gd name="connsiteX2" fmla="*/ 1961 w 10000"/>
              <a:gd name="connsiteY2" fmla="*/ 9961 h 10000"/>
              <a:gd name="connsiteX3" fmla="*/ 8459 w 10000"/>
              <a:gd name="connsiteY3" fmla="*/ 10000 h 10000"/>
              <a:gd name="connsiteX4" fmla="*/ 10000 w 10000"/>
              <a:gd name="connsiteY4" fmla="*/ 8378 h 10000"/>
              <a:gd name="connsiteX0" fmla="*/ 0 w 8459"/>
              <a:gd name="connsiteY0" fmla="*/ 0 h 10000"/>
              <a:gd name="connsiteX1" fmla="*/ 10 w 8459"/>
              <a:gd name="connsiteY1" fmla="*/ 8378 h 10000"/>
              <a:gd name="connsiteX2" fmla="*/ 1961 w 8459"/>
              <a:gd name="connsiteY2" fmla="*/ 9961 h 10000"/>
              <a:gd name="connsiteX3" fmla="*/ 8459 w 8459"/>
              <a:gd name="connsiteY3" fmla="*/ 10000 h 10000"/>
              <a:gd name="connsiteX0" fmla="*/ 0 w 9988"/>
              <a:gd name="connsiteY0" fmla="*/ 0 h 1622"/>
              <a:gd name="connsiteX1" fmla="*/ 2306 w 9988"/>
              <a:gd name="connsiteY1" fmla="*/ 1583 h 1622"/>
              <a:gd name="connsiteX2" fmla="*/ 9988 w 9988"/>
              <a:gd name="connsiteY2" fmla="*/ 1622 h 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88" h="1622">
                <a:moveTo>
                  <a:pt x="0" y="0"/>
                </a:moveTo>
                <a:lnTo>
                  <a:pt x="2306" y="1583"/>
                </a:lnTo>
                <a:lnTo>
                  <a:pt x="9988" y="1622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6B559A3-7D00-A302-7026-C353590A1438}"/>
              </a:ext>
            </a:extLst>
          </p:cNvPr>
          <p:cNvGrpSpPr/>
          <p:nvPr/>
        </p:nvGrpSpPr>
        <p:grpSpPr>
          <a:xfrm>
            <a:off x="4158384" y="1778534"/>
            <a:ext cx="2245439" cy="369332"/>
            <a:chOff x="4158384" y="2165404"/>
            <a:chExt cx="2245439" cy="369332"/>
          </a:xfrm>
        </p:grpSpPr>
        <p:grpSp>
          <p:nvGrpSpPr>
            <p:cNvPr id="96" name="Group 175">
              <a:extLst>
                <a:ext uri="{FF2B5EF4-FFF2-40B4-BE49-F238E27FC236}">
                  <a16:creationId xmlns:a16="http://schemas.microsoft.com/office/drawing/2014/main" id="{AC026B9A-C8C6-C045-8CBD-B9022027F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373" y="2189377"/>
              <a:ext cx="679450" cy="301625"/>
              <a:chOff x="780" y="1553"/>
              <a:chExt cx="428" cy="190"/>
            </a:xfrm>
          </p:grpSpPr>
          <p:sp>
            <p:nvSpPr>
              <p:cNvPr id="97" name="Rectangle 176">
                <a:extLst>
                  <a:ext uri="{FF2B5EF4-FFF2-40B4-BE49-F238E27FC236}">
                    <a16:creationId xmlns:a16="http://schemas.microsoft.com/office/drawing/2014/main" id="{10F5A1DA-0939-D34B-B227-29AA407BC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98" name="Rectangle 177">
                <a:extLst>
                  <a:ext uri="{FF2B5EF4-FFF2-40B4-BE49-F238E27FC236}">
                    <a16:creationId xmlns:a16="http://schemas.microsoft.com/office/drawing/2014/main" id="{2086AF53-43CC-814A-BA4C-260362990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282034-58EE-6443-97BE-4033A6975AE5}"/>
                </a:ext>
              </a:extLst>
            </p:cNvPr>
            <p:cNvSpPr txBox="1"/>
            <p:nvPr/>
          </p:nvSpPr>
          <p:spPr>
            <a:xfrm>
              <a:off x="4158384" y="2165404"/>
              <a:ext cx="997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message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258A9F5-536F-4297-1363-9B60BDACF2BF}"/>
              </a:ext>
            </a:extLst>
          </p:cNvPr>
          <p:cNvGrpSpPr/>
          <p:nvPr/>
        </p:nvGrpSpPr>
        <p:grpSpPr>
          <a:xfrm>
            <a:off x="4155671" y="2565788"/>
            <a:ext cx="2253425" cy="369332"/>
            <a:chOff x="4155671" y="2952658"/>
            <a:chExt cx="2253425" cy="369332"/>
          </a:xfrm>
        </p:grpSpPr>
        <p:grpSp>
          <p:nvGrpSpPr>
            <p:cNvPr id="133" name="Group 185">
              <a:extLst>
                <a:ext uri="{FF2B5EF4-FFF2-40B4-BE49-F238E27FC236}">
                  <a16:creationId xmlns:a16="http://schemas.microsoft.com/office/drawing/2014/main" id="{EB20B2E4-EE78-334C-B142-D9716F5100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1046" y="3003781"/>
              <a:ext cx="908050" cy="301625"/>
              <a:chOff x="1848" y="2046"/>
              <a:chExt cx="572" cy="190"/>
            </a:xfrm>
          </p:grpSpPr>
          <p:grpSp>
            <p:nvGrpSpPr>
              <p:cNvPr id="134" name="Group 179">
                <a:extLst>
                  <a:ext uri="{FF2B5EF4-FFF2-40B4-BE49-F238E27FC236}">
                    <a16:creationId xmlns:a16="http://schemas.microsoft.com/office/drawing/2014/main" id="{1D5E26E8-DD67-F64E-B7A5-CF2A5868C4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138" name="Rectangle 180">
                  <a:extLst>
                    <a:ext uri="{FF2B5EF4-FFF2-40B4-BE49-F238E27FC236}">
                      <a16:creationId xmlns:a16="http://schemas.microsoft.com/office/drawing/2014/main" id="{A0FF28E6-68F8-9D49-858D-54A894437A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4" y="2075"/>
                  <a:ext cx="177" cy="16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9" name="Rectangle 181">
                  <a:extLst>
                    <a:ext uri="{FF2B5EF4-FFF2-40B4-BE49-F238E27FC236}">
                      <a16:creationId xmlns:a16="http://schemas.microsoft.com/office/drawing/2014/main" id="{57F4F79C-9470-0243-9459-9DE005B14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H</a:t>
                  </a:r>
                  <a:r>
                    <a:rPr kumimoji="0" lang="en-US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t</a:t>
                  </a:r>
                </a:p>
              </p:txBody>
            </p:sp>
          </p:grpSp>
          <p:grpSp>
            <p:nvGrpSpPr>
              <p:cNvPr id="135" name="Group 182">
                <a:extLst>
                  <a:ext uri="{FF2B5EF4-FFF2-40B4-BE49-F238E27FC236}">
                    <a16:creationId xmlns:a16="http://schemas.microsoft.com/office/drawing/2014/main" id="{C814D838-F088-1449-A73B-3285342C60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136" name="Rectangle 183">
                  <a:extLst>
                    <a:ext uri="{FF2B5EF4-FFF2-40B4-BE49-F238E27FC236}">
                      <a16:creationId xmlns:a16="http://schemas.microsoft.com/office/drawing/2014/main" id="{744B26E9-8C84-AF45-BC0E-C09188489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7" name="Rectangle 184">
                  <a:extLst>
                    <a:ext uri="{FF2B5EF4-FFF2-40B4-BE49-F238E27FC236}">
                      <a16:creationId xmlns:a16="http://schemas.microsoft.com/office/drawing/2014/main" id="{71A3F897-85F9-4241-906F-6308455A3C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BE5EF03-00F9-6A41-8F0C-CAAFE7A85EE6}"/>
                </a:ext>
              </a:extLst>
            </p:cNvPr>
            <p:cNvSpPr txBox="1"/>
            <p:nvPr/>
          </p:nvSpPr>
          <p:spPr>
            <a:xfrm>
              <a:off x="4155671" y="2952658"/>
              <a:ext cx="995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segment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4DAD311-C0E8-ECAB-AB26-71D0E13F87C3}"/>
              </a:ext>
            </a:extLst>
          </p:cNvPr>
          <p:cNvGrpSpPr/>
          <p:nvPr/>
        </p:nvGrpSpPr>
        <p:grpSpPr>
          <a:xfrm>
            <a:off x="4134419" y="3291630"/>
            <a:ext cx="2152842" cy="369332"/>
            <a:chOff x="4134419" y="3678500"/>
            <a:chExt cx="2152842" cy="36933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00013B-973D-F145-BC62-E1EB59B2D1F7}"/>
                </a:ext>
              </a:extLst>
            </p:cNvPr>
            <p:cNvGrpSpPr/>
            <p:nvPr/>
          </p:nvGrpSpPr>
          <p:grpSpPr>
            <a:xfrm>
              <a:off x="5228886" y="3706233"/>
              <a:ext cx="1058375" cy="307296"/>
              <a:chOff x="5509436" y="3287899"/>
              <a:chExt cx="1058375" cy="307296"/>
            </a:xfrm>
          </p:grpSpPr>
          <p:grpSp>
            <p:nvGrpSpPr>
              <p:cNvPr id="83" name="Group 182">
                <a:extLst>
                  <a:ext uri="{FF2B5EF4-FFF2-40B4-BE49-F238E27FC236}">
                    <a16:creationId xmlns:a16="http://schemas.microsoft.com/office/drawing/2014/main" id="{92B476DA-1332-E245-A063-5F18A8ED56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84" name="Rectangle 183">
                  <a:extLst>
                    <a:ext uri="{FF2B5EF4-FFF2-40B4-BE49-F238E27FC236}">
                      <a16:creationId xmlns:a16="http://schemas.microsoft.com/office/drawing/2014/main" id="{35A3A0E8-5840-8E42-ADE8-7EB044576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Rectangle 184">
                  <a:extLst>
                    <a:ext uri="{FF2B5EF4-FFF2-40B4-BE49-F238E27FC236}">
                      <a16:creationId xmlns:a16="http://schemas.microsoft.com/office/drawing/2014/main" id="{55600375-23A3-CD4E-BBD9-EE07BA4AE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87" name="Rectangle 181">
                <a:extLst>
                  <a:ext uri="{FF2B5EF4-FFF2-40B4-BE49-F238E27FC236}">
                    <a16:creationId xmlns:a16="http://schemas.microsoft.com/office/drawing/2014/main" id="{51F428BA-8794-2B46-B109-1D511F62E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88" name="Rectangle 181">
                <a:extLst>
                  <a:ext uri="{FF2B5EF4-FFF2-40B4-BE49-F238E27FC236}">
                    <a16:creationId xmlns:a16="http://schemas.microsoft.com/office/drawing/2014/main" id="{E5D95958-8C54-6242-A3B1-968E6AC62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E213470-EFFE-1143-AE70-3E6F1DF520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6877" y="3322145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B823437-9FDA-D44D-8E28-4933018C3600}"/>
                  </a:ext>
                </a:extLst>
              </p:cNvPr>
              <p:cNvCxnSpPr/>
              <p:nvPr/>
            </p:nvCxnSpPr>
            <p:spPr>
              <a:xfrm>
                <a:off x="5796378" y="3320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D9ACBFF-6D46-1C46-8036-50329CCCA60E}"/>
                </a:ext>
              </a:extLst>
            </p:cNvPr>
            <p:cNvSpPr txBox="1"/>
            <p:nvPr/>
          </p:nvSpPr>
          <p:spPr>
            <a:xfrm>
              <a:off x="4134419" y="3678500"/>
              <a:ext cx="8027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packet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F84AA8-653C-EA7E-40CB-0F8B1664BA09}"/>
              </a:ext>
            </a:extLst>
          </p:cNvPr>
          <p:cNvGrpSpPr/>
          <p:nvPr/>
        </p:nvGrpSpPr>
        <p:grpSpPr>
          <a:xfrm>
            <a:off x="4152584" y="4104550"/>
            <a:ext cx="2134677" cy="369332"/>
            <a:chOff x="4152584" y="4491420"/>
            <a:chExt cx="2134677" cy="369332"/>
          </a:xfrm>
        </p:grpSpPr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BE94808-747E-4346-8BA9-1245F5340481}"/>
                </a:ext>
              </a:extLst>
            </p:cNvPr>
            <p:cNvSpPr txBox="1"/>
            <p:nvPr/>
          </p:nvSpPr>
          <p:spPr>
            <a:xfrm>
              <a:off x="4152584" y="4491420"/>
              <a:ext cx="7409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frame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0ABA56E-C19B-1E49-8691-B116C4BC92D9}"/>
                </a:ext>
              </a:extLst>
            </p:cNvPr>
            <p:cNvGrpSpPr/>
            <p:nvPr/>
          </p:nvGrpSpPr>
          <p:grpSpPr>
            <a:xfrm>
              <a:off x="4939472" y="4504142"/>
              <a:ext cx="1347789" cy="307296"/>
              <a:chOff x="5144294" y="4194650"/>
              <a:chExt cx="1347789" cy="307296"/>
            </a:xfrm>
          </p:grpSpPr>
          <p:grpSp>
            <p:nvGrpSpPr>
              <p:cNvPr id="210" name="Group 182">
                <a:extLst>
                  <a:ext uri="{FF2B5EF4-FFF2-40B4-BE49-F238E27FC236}">
                    <a16:creationId xmlns:a16="http://schemas.microsoft.com/office/drawing/2014/main" id="{1C0D8E0C-30C7-D644-B53F-545AC3B41D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294" y="4200321"/>
                <a:ext cx="1347789" cy="301625"/>
                <a:chOff x="286" y="1531"/>
                <a:chExt cx="849" cy="190"/>
              </a:xfrm>
            </p:grpSpPr>
            <p:sp>
              <p:nvSpPr>
                <p:cNvPr id="226" name="Rectangle 183">
                  <a:extLst>
                    <a:ext uri="{FF2B5EF4-FFF2-40B4-BE49-F238E27FC236}">
                      <a16:creationId xmlns:a16="http://schemas.microsoft.com/office/drawing/2014/main" id="{6DE19E5C-020A-764D-8F6B-6BB09EA733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7" name="Rectangle 184">
                  <a:extLst>
                    <a:ext uri="{FF2B5EF4-FFF2-40B4-BE49-F238E27FC236}">
                      <a16:creationId xmlns:a16="http://schemas.microsoft.com/office/drawing/2014/main" id="{3DF40025-F95F-CB4C-938D-A1646D4921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211" name="Rectangle 181">
                <a:extLst>
                  <a:ext uri="{FF2B5EF4-FFF2-40B4-BE49-F238E27FC236}">
                    <a16:creationId xmlns:a16="http://schemas.microsoft.com/office/drawing/2014/main" id="{C5D484DA-CF52-D04F-9108-C2A5AAA250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6012" y="4211988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221" name="Rectangle 181">
                <a:extLst>
                  <a:ext uri="{FF2B5EF4-FFF2-40B4-BE49-F238E27FC236}">
                    <a16:creationId xmlns:a16="http://schemas.microsoft.com/office/drawing/2014/main" id="{9A7A7B02-76C2-C24E-946A-4CBDBFE07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3708" y="4194650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104E923B-AAA4-BF49-886D-0890ABD390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1149" y="4228896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4096CE24-617A-E048-B706-AA2C9CEA0B54}"/>
                  </a:ext>
                </a:extLst>
              </p:cNvPr>
              <p:cNvCxnSpPr/>
              <p:nvPr/>
            </p:nvCxnSpPr>
            <p:spPr>
              <a:xfrm>
                <a:off x="5720650" y="4227184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4" name="Rectangle 181">
                <a:extLst>
                  <a:ext uri="{FF2B5EF4-FFF2-40B4-BE49-F238E27FC236}">
                    <a16:creationId xmlns:a16="http://schemas.microsoft.com/office/drawing/2014/main" id="{00739E25-7377-104B-A6E7-E26BE236C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9178" y="4198403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FB902E57-4D34-7F49-80B6-6C4A1D5EB080}"/>
                  </a:ext>
                </a:extLst>
              </p:cNvPr>
              <p:cNvCxnSpPr/>
              <p:nvPr/>
            </p:nvCxnSpPr>
            <p:spPr>
              <a:xfrm>
                <a:off x="5418102" y="4226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7" name="TextBox 126"/>
          <p:cNvSpPr txBox="1"/>
          <p:nvPr/>
        </p:nvSpPr>
        <p:spPr>
          <a:xfrm>
            <a:off x="4260496" y="968761"/>
            <a:ext cx="3693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altLang="en-US" sz="2400" dirty="0" smtClean="0">
                <a:ea typeface="ＭＳ Ｐゴシック" panose="020B0600070205080204" pitchFamily="34" charset="-128"/>
              </a:rPr>
              <a:t> - </a:t>
            </a:r>
            <a:r>
              <a:rPr lang="he-IL" altLang="en-US" sz="2400" dirty="0" err="1" smtClean="0">
                <a:ea typeface="ＭＳ Ｐゴシック" panose="020B0600070205080204" pitchFamily="34" charset="-128"/>
              </a:rPr>
              <a:t>כימוס</a:t>
            </a:r>
            <a:r>
              <a:rPr lang="he-IL" altLang="en-US" sz="2400" dirty="0" smtClean="0">
                <a:ea typeface="ＭＳ Ｐゴシック" panose="020B0600070205080204" pitchFamily="34" charset="-128"/>
              </a:rPr>
              <a:t>, עיטוף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Encapsulation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051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reeform 10">
            <a:extLst>
              <a:ext uri="{FF2B5EF4-FFF2-40B4-BE49-F238E27FC236}">
                <a16:creationId xmlns:a16="http://schemas.microsoft.com/office/drawing/2014/main" id="{236C8C34-AA0A-1747-BF1D-3CBFB21AC1F2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10916607" y="1577038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C00000"/>
                </a:solidFill>
              </a:rPr>
              <a:t>Transport layer</a:t>
            </a:r>
            <a:r>
              <a:rPr lang="en-US" altLang="en-US" sz="40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sz="4000" dirty="0">
                <a:ea typeface="ＭＳ Ｐゴシック" panose="020B0600070205080204" pitchFamily="34" charset="-128"/>
              </a:rPr>
              <a:t>Encapsulation</a:t>
            </a:r>
            <a:endParaRPr lang="en-US" sz="4000" dirty="0"/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10CAB5B1-70B7-184B-A16F-4239A3118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C528DAB-CFD1-6943-9F41-1A6F334C3C75}"/>
              </a:ext>
            </a:extLst>
          </p:cNvPr>
          <p:cNvSpPr>
            <a:spLocks/>
          </p:cNvSpPr>
          <p:nvPr/>
        </p:nvSpPr>
        <p:spPr bwMode="auto">
          <a:xfrm rot="10800000">
            <a:off x="975630" y="1559549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190">
            <a:extLst>
              <a:ext uri="{FF2B5EF4-FFF2-40B4-BE49-F238E27FC236}">
                <a16:creationId xmlns:a16="http://schemas.microsoft.com/office/drawing/2014/main" id="{8D7B8AF0-B984-FB44-AB9F-07CA253CEA3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25" name="Picture 191" descr="desktop_computer_stylized_medium">
              <a:extLst>
                <a:ext uri="{FF2B5EF4-FFF2-40B4-BE49-F238E27FC236}">
                  <a16:creationId xmlns:a16="http://schemas.microsoft.com/office/drawing/2014/main" id="{06D1D726-A569-254A-9E27-366DB8CF32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92">
              <a:extLst>
                <a:ext uri="{FF2B5EF4-FFF2-40B4-BE49-F238E27FC236}">
                  <a16:creationId xmlns:a16="http://schemas.microsoft.com/office/drawing/2014/main" id="{F5362B29-42A6-3F4A-A1AB-EFF56E7B77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2CE37313-1E06-C945-A455-53ADE2AA5971}"/>
              </a:ext>
            </a:extLst>
          </p:cNvPr>
          <p:cNvSpPr txBox="1"/>
          <p:nvPr/>
        </p:nvSpPr>
        <p:spPr>
          <a:xfrm>
            <a:off x="3315700" y="3176701"/>
            <a:ext cx="5831174" cy="3305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C00000"/>
                </a:solidFill>
              </a:rPr>
              <a:t>Transport layer</a:t>
            </a:r>
            <a:r>
              <a:rPr lang="en-US" sz="2400" dirty="0" smtClean="0"/>
              <a:t> </a:t>
            </a:r>
            <a:r>
              <a:rPr lang="en-US" sz="2400" dirty="0"/>
              <a:t>protocol </a:t>
            </a:r>
            <a:r>
              <a:rPr lang="en-US" sz="2400" dirty="0">
                <a:solidFill>
                  <a:srgbClr val="0000A3"/>
                </a:solidFill>
              </a:rPr>
              <a:t>encapsulates</a:t>
            </a:r>
            <a:r>
              <a:rPr lang="en-US" sz="2400" dirty="0"/>
              <a:t> application-layer message, M, with </a:t>
            </a:r>
            <a:r>
              <a:rPr lang="en-US" sz="2400" i="1" dirty="0" smtClean="0"/>
              <a:t>transport</a:t>
            </a:r>
            <a:r>
              <a:rPr lang="en-US" sz="2400" dirty="0" smtClean="0"/>
              <a:t>-layer </a:t>
            </a:r>
            <a:r>
              <a:rPr lang="en-US" sz="2400" dirty="0"/>
              <a:t>header H</a:t>
            </a:r>
            <a:r>
              <a:rPr lang="en-US" sz="2400" baseline="-25000" dirty="0"/>
              <a:t>t </a:t>
            </a:r>
            <a:r>
              <a:rPr lang="en-US" sz="2400" dirty="0"/>
              <a:t>to create a transport-layer </a:t>
            </a:r>
            <a:r>
              <a:rPr lang="en-US" sz="2400" dirty="0">
                <a:solidFill>
                  <a:srgbClr val="C00000"/>
                </a:solidFill>
              </a:rPr>
              <a:t>segment</a:t>
            </a:r>
            <a:endParaRPr lang="en-US" sz="2400" baseline="-25000" dirty="0">
              <a:solidFill>
                <a:srgbClr val="C00000"/>
              </a:solidFill>
            </a:endParaRPr>
          </a:p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H</a:t>
            </a:r>
            <a:r>
              <a:rPr lang="en-US" sz="2400" baseline="-25000" dirty="0"/>
              <a:t>t </a:t>
            </a:r>
            <a:r>
              <a:rPr lang="en-US" sz="2400" dirty="0"/>
              <a:t> used by transport layer protocol to implement its service</a:t>
            </a:r>
          </a:p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Transport-layer protocol </a:t>
            </a:r>
            <a:r>
              <a:rPr lang="en-US" sz="2400" dirty="0" smtClean="0"/>
              <a:t>transfers M (e.g., reliably) from one </a:t>
            </a:r>
            <a:r>
              <a:rPr lang="en-US" sz="2400" i="1" dirty="0" smtClean="0"/>
              <a:t>process</a:t>
            </a:r>
            <a:r>
              <a:rPr lang="en-US" sz="2400" dirty="0" smtClean="0"/>
              <a:t> to another, using services of </a:t>
            </a:r>
            <a:r>
              <a:rPr lang="en-US" sz="2400" dirty="0" smtClean="0">
                <a:solidFill>
                  <a:srgbClr val="FF0000"/>
                </a:solidFill>
              </a:rPr>
              <a:t>network layer</a:t>
            </a:r>
          </a:p>
          <a:p>
            <a:pPr marL="117475" indent="-231775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endParaRPr lang="en-US" sz="2400" baseline="-25000" dirty="0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D0C4974-D689-414F-A2EB-9B1043F3314D}"/>
              </a:ext>
            </a:extLst>
          </p:cNvPr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ED8D52E4-C345-B842-A2E7-C8068B8E5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A5089E2D-0B1B-544A-82BC-F28ED3191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3EBBB35-9D82-7C43-B882-52ED90AE3A71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2EA7353-AEFA-934F-93DE-A8D55DF75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40242E3-3BEB-D543-B881-84EB2D13BD66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DC27D746-0691-6F47-9E9D-1D63DF11D081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950">
            <a:extLst>
              <a:ext uri="{FF2B5EF4-FFF2-40B4-BE49-F238E27FC236}">
                <a16:creationId xmlns:a16="http://schemas.microsoft.com/office/drawing/2014/main" id="{044873AD-74A5-8A44-846B-EC5D0FBC82D7}"/>
              </a:ext>
            </a:extLst>
          </p:cNvPr>
          <p:cNvGrpSpPr>
            <a:grpSpLocks/>
          </p:cNvGrpSpPr>
          <p:nvPr/>
        </p:nvGrpSpPr>
        <p:grpSpPr bwMode="auto"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168" name="Freeform 951">
              <a:extLst>
                <a:ext uri="{FF2B5EF4-FFF2-40B4-BE49-F238E27FC236}">
                  <a16:creationId xmlns:a16="http://schemas.microsoft.com/office/drawing/2014/main" id="{EEDE4156-8281-D847-9240-9DE989990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Rectangle 952">
              <a:extLst>
                <a:ext uri="{FF2B5EF4-FFF2-40B4-BE49-F238E27FC236}">
                  <a16:creationId xmlns:a16="http://schemas.microsoft.com/office/drawing/2014/main" id="{22E8340D-B5D1-3C48-A062-4F70248D1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0" name="Freeform 953">
              <a:extLst>
                <a:ext uri="{FF2B5EF4-FFF2-40B4-BE49-F238E27FC236}">
                  <a16:creationId xmlns:a16="http://schemas.microsoft.com/office/drawing/2014/main" id="{29109B86-1ABF-F647-8516-2AAE154A9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 954">
              <a:extLst>
                <a:ext uri="{FF2B5EF4-FFF2-40B4-BE49-F238E27FC236}">
                  <a16:creationId xmlns:a16="http://schemas.microsoft.com/office/drawing/2014/main" id="{9F93569F-8FC8-7C4E-9F95-B14647D2D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Rectangle 955">
              <a:extLst>
                <a:ext uri="{FF2B5EF4-FFF2-40B4-BE49-F238E27FC236}">
                  <a16:creationId xmlns:a16="http://schemas.microsoft.com/office/drawing/2014/main" id="{8E5BC3B8-E87D-9F47-A6F6-AD8B57BC2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3" name="Group 956">
              <a:extLst>
                <a:ext uri="{FF2B5EF4-FFF2-40B4-BE49-F238E27FC236}">
                  <a16:creationId xmlns:a16="http://schemas.microsoft.com/office/drawing/2014/main" id="{1694DE96-689D-9540-964A-22F06F6D9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8" name="AutoShape 957">
                <a:extLst>
                  <a:ext uri="{FF2B5EF4-FFF2-40B4-BE49-F238E27FC236}">
                    <a16:creationId xmlns:a16="http://schemas.microsoft.com/office/drawing/2014/main" id="{435DFCEB-F2FD-7B44-93DA-9204E2E31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9" name="AutoShape 958">
                <a:extLst>
                  <a:ext uri="{FF2B5EF4-FFF2-40B4-BE49-F238E27FC236}">
                    <a16:creationId xmlns:a16="http://schemas.microsoft.com/office/drawing/2014/main" id="{521647D7-4114-1146-9C5A-F1DB4FEC8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" name="Rectangle 959">
              <a:extLst>
                <a:ext uri="{FF2B5EF4-FFF2-40B4-BE49-F238E27FC236}">
                  <a16:creationId xmlns:a16="http://schemas.microsoft.com/office/drawing/2014/main" id="{3A0D9FD6-DBAC-4B49-A55F-167642D66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5" name="Group 960">
              <a:extLst>
                <a:ext uri="{FF2B5EF4-FFF2-40B4-BE49-F238E27FC236}">
                  <a16:creationId xmlns:a16="http://schemas.microsoft.com/office/drawing/2014/main" id="{3CFA0950-BC76-3949-8726-38646B18F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6" name="AutoShape 961">
                <a:extLst>
                  <a:ext uri="{FF2B5EF4-FFF2-40B4-BE49-F238E27FC236}">
                    <a16:creationId xmlns:a16="http://schemas.microsoft.com/office/drawing/2014/main" id="{67127BA7-9D0A-2443-9190-C56C02906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7" name="AutoShape 962">
                <a:extLst>
                  <a:ext uri="{FF2B5EF4-FFF2-40B4-BE49-F238E27FC236}">
                    <a16:creationId xmlns:a16="http://schemas.microsoft.com/office/drawing/2014/main" id="{2C9F8790-3076-4541-A56A-E9305DCB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6" name="Rectangle 963">
              <a:extLst>
                <a:ext uri="{FF2B5EF4-FFF2-40B4-BE49-F238E27FC236}">
                  <a16:creationId xmlns:a16="http://schemas.microsoft.com/office/drawing/2014/main" id="{4DE6A147-5BC7-FF41-B7AC-2BA9913BB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7" name="Rectangle 964">
              <a:extLst>
                <a:ext uri="{FF2B5EF4-FFF2-40B4-BE49-F238E27FC236}">
                  <a16:creationId xmlns:a16="http://schemas.microsoft.com/office/drawing/2014/main" id="{53ECF0A1-6175-BE45-A32A-233E1942C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8" name="Group 965">
              <a:extLst>
                <a:ext uri="{FF2B5EF4-FFF2-40B4-BE49-F238E27FC236}">
                  <a16:creationId xmlns:a16="http://schemas.microsoft.com/office/drawing/2014/main" id="{16810F93-1596-884B-B639-A3868A5CD4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4" name="AutoShape 966">
                <a:extLst>
                  <a:ext uri="{FF2B5EF4-FFF2-40B4-BE49-F238E27FC236}">
                    <a16:creationId xmlns:a16="http://schemas.microsoft.com/office/drawing/2014/main" id="{84EC0348-3D46-9445-B43C-6DC8DB392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5" name="AutoShape 967">
                <a:extLst>
                  <a:ext uri="{FF2B5EF4-FFF2-40B4-BE49-F238E27FC236}">
                    <a16:creationId xmlns:a16="http://schemas.microsoft.com/office/drawing/2014/main" id="{23A1F6B3-9F2D-5E41-8602-67921ABB1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9" name="Freeform 968">
              <a:extLst>
                <a:ext uri="{FF2B5EF4-FFF2-40B4-BE49-F238E27FC236}">
                  <a16:creationId xmlns:a16="http://schemas.microsoft.com/office/drawing/2014/main" id="{8FD6AEB5-BE60-044C-B32D-B433B7400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Group 969">
              <a:extLst>
                <a:ext uri="{FF2B5EF4-FFF2-40B4-BE49-F238E27FC236}">
                  <a16:creationId xmlns:a16="http://schemas.microsoft.com/office/drawing/2014/main" id="{30895737-AC01-6342-BADB-B3B3BFE7FC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2" name="AutoShape 970">
                <a:extLst>
                  <a:ext uri="{FF2B5EF4-FFF2-40B4-BE49-F238E27FC236}">
                    <a16:creationId xmlns:a16="http://schemas.microsoft.com/office/drawing/2014/main" id="{2D690E63-3733-8E4E-B8F8-19245FF7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3" name="AutoShape 971">
                <a:extLst>
                  <a:ext uri="{FF2B5EF4-FFF2-40B4-BE49-F238E27FC236}">
                    <a16:creationId xmlns:a16="http://schemas.microsoft.com/office/drawing/2014/main" id="{9CE827B0-221F-ED4A-A36B-E1EEFE27B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1" name="Rectangle 972">
              <a:extLst>
                <a:ext uri="{FF2B5EF4-FFF2-40B4-BE49-F238E27FC236}">
                  <a16:creationId xmlns:a16="http://schemas.microsoft.com/office/drawing/2014/main" id="{6DA44079-B2D7-9244-A5E0-9DF13556E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2" name="Freeform 973">
              <a:extLst>
                <a:ext uri="{FF2B5EF4-FFF2-40B4-BE49-F238E27FC236}">
                  <a16:creationId xmlns:a16="http://schemas.microsoft.com/office/drawing/2014/main" id="{E808BD44-A307-394D-8965-070EF3F86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Freeform 974">
              <a:extLst>
                <a:ext uri="{FF2B5EF4-FFF2-40B4-BE49-F238E27FC236}">
                  <a16:creationId xmlns:a16="http://schemas.microsoft.com/office/drawing/2014/main" id="{327FF4BF-3914-2143-83C7-C816B3E0A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Oval 975">
              <a:extLst>
                <a:ext uri="{FF2B5EF4-FFF2-40B4-BE49-F238E27FC236}">
                  <a16:creationId xmlns:a16="http://schemas.microsoft.com/office/drawing/2014/main" id="{09C51570-A4D3-D24C-A492-3811DD9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5" name="Freeform 976">
              <a:extLst>
                <a:ext uri="{FF2B5EF4-FFF2-40B4-BE49-F238E27FC236}">
                  <a16:creationId xmlns:a16="http://schemas.microsoft.com/office/drawing/2014/main" id="{BC2853B5-A39B-5A40-97DF-5ADB4712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AutoShape 977">
              <a:extLst>
                <a:ext uri="{FF2B5EF4-FFF2-40B4-BE49-F238E27FC236}">
                  <a16:creationId xmlns:a16="http://schemas.microsoft.com/office/drawing/2014/main" id="{7928EDBA-57E1-B441-B1AF-CC0D62B2B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7" name="AutoShape 978">
              <a:extLst>
                <a:ext uri="{FF2B5EF4-FFF2-40B4-BE49-F238E27FC236}">
                  <a16:creationId xmlns:a16="http://schemas.microsoft.com/office/drawing/2014/main" id="{CC70E1A7-AAEC-6440-86AC-73ECE22D7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8" name="Oval 979">
              <a:extLst>
                <a:ext uri="{FF2B5EF4-FFF2-40B4-BE49-F238E27FC236}">
                  <a16:creationId xmlns:a16="http://schemas.microsoft.com/office/drawing/2014/main" id="{2F7E7C91-0257-D84D-8AD1-4A152C81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9" name="Oval 980">
              <a:extLst>
                <a:ext uri="{FF2B5EF4-FFF2-40B4-BE49-F238E27FC236}">
                  <a16:creationId xmlns:a16="http://schemas.microsoft.com/office/drawing/2014/main" id="{6AE127C2-D583-E74D-8B39-05EEBEBE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0" name="Oval 981">
              <a:extLst>
                <a:ext uri="{FF2B5EF4-FFF2-40B4-BE49-F238E27FC236}">
                  <a16:creationId xmlns:a16="http://schemas.microsoft.com/office/drawing/2014/main" id="{0EDFA963-70E6-2E42-AAFE-E2F9BD64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1" name="Rectangle 982">
              <a:extLst>
                <a:ext uri="{FF2B5EF4-FFF2-40B4-BE49-F238E27FC236}">
                  <a16:creationId xmlns:a16="http://schemas.microsoft.com/office/drawing/2014/main" id="{27A6382E-A13F-A248-84BF-E9DBD71EE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06" name="Text Box 8">
            <a:extLst>
              <a:ext uri="{FF2B5EF4-FFF2-40B4-BE49-F238E27FC236}">
                <a16:creationId xmlns:a16="http://schemas.microsoft.com/office/drawing/2014/main" id="{6066254D-E62E-B446-8950-17FDF2A18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</a:rPr>
              <a:t>destination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94888FAE-136F-094E-BF2A-11D94A17BB7F}"/>
              </a:ext>
            </a:extLst>
          </p:cNvPr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214" name="Rectangle 24">
              <a:extLst>
                <a:ext uri="{FF2B5EF4-FFF2-40B4-BE49-F238E27FC236}">
                  <a16:creationId xmlns:a16="http://schemas.microsoft.com/office/drawing/2014/main" id="{FA7A7264-CB0E-4442-BA92-F16F6E6E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5" name="Text Box 26">
              <a:extLst>
                <a:ext uri="{FF2B5EF4-FFF2-40B4-BE49-F238E27FC236}">
                  <a16:creationId xmlns:a16="http://schemas.microsoft.com/office/drawing/2014/main" id="{D54F6320-1E23-E649-BFED-E007672E7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F2C66BF-55D8-0549-A9DA-934202F38DD5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CA370408-C974-CD4A-8EF6-0AEC3924D4ED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A7BF2B3-45B8-414A-8B63-2480CF8FA11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9A1FEA61-81C7-C449-880B-15A8ACAF5500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204AF74-1396-104A-87D1-95A4614EA10A}"/>
              </a:ext>
            </a:extLst>
          </p:cNvPr>
          <p:cNvGrpSpPr/>
          <p:nvPr/>
        </p:nvGrpSpPr>
        <p:grpSpPr>
          <a:xfrm>
            <a:off x="3253586" y="2809450"/>
            <a:ext cx="5651292" cy="389744"/>
            <a:chOff x="3211642" y="2368401"/>
            <a:chExt cx="5651292" cy="389744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4026509-71C6-2A41-AD9B-DEF9BBBA327C}"/>
                </a:ext>
              </a:extLst>
            </p:cNvPr>
            <p:cNvCxnSpPr>
              <a:cxnSpLocks/>
            </p:cNvCxnSpPr>
            <p:nvPr/>
          </p:nvCxnSpPr>
          <p:spPr>
            <a:xfrm>
              <a:off x="3211642" y="2610788"/>
              <a:ext cx="56512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BCE6F83-E984-0A47-ACF6-560550DA22AC}"/>
                </a:ext>
              </a:extLst>
            </p:cNvPr>
            <p:cNvSpPr/>
            <p:nvPr/>
          </p:nvSpPr>
          <p:spPr>
            <a:xfrm>
              <a:off x="5584583" y="2368401"/>
              <a:ext cx="971760" cy="3897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1" name="Group 185">
              <a:extLst>
                <a:ext uri="{FF2B5EF4-FFF2-40B4-BE49-F238E27FC236}">
                  <a16:creationId xmlns:a16="http://schemas.microsoft.com/office/drawing/2014/main" id="{BBEFAA32-01D5-174D-A563-219B7E938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0803" y="2434313"/>
              <a:ext cx="908050" cy="301625"/>
              <a:chOff x="1848" y="2046"/>
              <a:chExt cx="572" cy="190"/>
            </a:xfrm>
          </p:grpSpPr>
          <p:grpSp>
            <p:nvGrpSpPr>
              <p:cNvPr id="82" name="Group 179">
                <a:extLst>
                  <a:ext uri="{FF2B5EF4-FFF2-40B4-BE49-F238E27FC236}">
                    <a16:creationId xmlns:a16="http://schemas.microsoft.com/office/drawing/2014/main" id="{2F1E9753-461B-724C-ACD8-92A06085DC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8" y="2047"/>
                <a:ext cx="187" cy="184"/>
                <a:chOff x="1959" y="2058"/>
                <a:chExt cx="187" cy="184"/>
              </a:xfrm>
            </p:grpSpPr>
            <p:sp>
              <p:nvSpPr>
                <p:cNvPr id="86" name="Rectangle 180">
                  <a:extLst>
                    <a:ext uri="{FF2B5EF4-FFF2-40B4-BE49-F238E27FC236}">
                      <a16:creationId xmlns:a16="http://schemas.microsoft.com/office/drawing/2014/main" id="{458B0BF5-90AD-E548-AAB1-86D4685BA8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64" y="2075"/>
                  <a:ext cx="177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7" name="Rectangle 181">
                  <a:extLst>
                    <a:ext uri="{FF2B5EF4-FFF2-40B4-BE49-F238E27FC236}">
                      <a16:creationId xmlns:a16="http://schemas.microsoft.com/office/drawing/2014/main" id="{1E3E44CE-06FB-264E-B1D2-5C7788F13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2058"/>
                  <a:ext cx="187" cy="1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H</a:t>
                  </a:r>
                  <a:r>
                    <a:rPr kumimoji="0" lang="en-US" altLang="en-US" sz="1800" b="0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t</a:t>
                  </a:r>
                </a:p>
              </p:txBody>
            </p:sp>
          </p:grpSp>
          <p:grpSp>
            <p:nvGrpSpPr>
              <p:cNvPr id="83" name="Group 182">
                <a:extLst>
                  <a:ext uri="{FF2B5EF4-FFF2-40B4-BE49-F238E27FC236}">
                    <a16:creationId xmlns:a16="http://schemas.microsoft.com/office/drawing/2014/main" id="{647AE73E-75D6-7D44-BB6A-A49CECE4F9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2" y="2046"/>
                <a:ext cx="428" cy="190"/>
                <a:chOff x="780" y="1553"/>
                <a:chExt cx="428" cy="190"/>
              </a:xfrm>
            </p:grpSpPr>
            <p:sp>
              <p:nvSpPr>
                <p:cNvPr id="84" name="Rectangle 183">
                  <a:extLst>
                    <a:ext uri="{FF2B5EF4-FFF2-40B4-BE49-F238E27FC236}">
                      <a16:creationId xmlns:a16="http://schemas.microsoft.com/office/drawing/2014/main" id="{E2065433-0D2A-3446-BC7D-8CEDCA3DD6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7" y="1571"/>
                  <a:ext cx="312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Rectangle 184">
                  <a:extLst>
                    <a:ext uri="{FF2B5EF4-FFF2-40B4-BE49-F238E27FC236}">
                      <a16:creationId xmlns:a16="http://schemas.microsoft.com/office/drawing/2014/main" id="{6E32735B-6992-604C-B1C0-390BFA95D3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80" y="1553"/>
                  <a:ext cx="428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</p:grp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BDA85EA9-5376-4A4E-AEA3-D00FB0A25494}"/>
              </a:ext>
            </a:extLst>
          </p:cNvPr>
          <p:cNvSpPr txBox="1"/>
          <p:nvPr/>
        </p:nvSpPr>
        <p:spPr>
          <a:xfrm>
            <a:off x="3384098" y="1889093"/>
            <a:ext cx="5618811" cy="1036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Application </a:t>
            </a:r>
            <a:r>
              <a:rPr lang="en-US" sz="2400" dirty="0"/>
              <a:t>exchanges </a:t>
            </a:r>
            <a:r>
              <a:rPr lang="en-US" sz="2400" dirty="0">
                <a:solidFill>
                  <a:srgbClr val="C00000"/>
                </a:solidFill>
              </a:rPr>
              <a:t>messages</a:t>
            </a:r>
            <a:r>
              <a:rPr lang="en-US" sz="2400" dirty="0"/>
              <a:t> to implement some application </a:t>
            </a:r>
            <a:r>
              <a:rPr lang="en-US" sz="2400" dirty="0" smtClean="0"/>
              <a:t>using </a:t>
            </a:r>
            <a:r>
              <a:rPr lang="en-US" sz="2400" i="1" dirty="0"/>
              <a:t>services</a:t>
            </a:r>
            <a:r>
              <a:rPr lang="en-US" sz="2400" dirty="0"/>
              <a:t> of </a:t>
            </a:r>
            <a:r>
              <a:rPr lang="en-US" sz="2400" dirty="0" smtClean="0"/>
              <a:t>transport </a:t>
            </a:r>
            <a:r>
              <a:rPr lang="en-US" sz="2400" dirty="0"/>
              <a:t>layer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B92BE64-DD95-B746-BF9A-8A0857499E1E}"/>
              </a:ext>
            </a:extLst>
          </p:cNvPr>
          <p:cNvGrpSpPr/>
          <p:nvPr/>
        </p:nvGrpSpPr>
        <p:grpSpPr>
          <a:xfrm>
            <a:off x="3253586" y="1547806"/>
            <a:ext cx="5651292" cy="389744"/>
            <a:chOff x="3270354" y="1798823"/>
            <a:chExt cx="5651292" cy="389744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95B0542-E9EB-D44C-B795-91D151650594}"/>
                </a:ext>
              </a:extLst>
            </p:cNvPr>
            <p:cNvCxnSpPr>
              <a:cxnSpLocks/>
            </p:cNvCxnSpPr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492A489-FD20-604F-9599-77E085F78EE9}"/>
                </a:ext>
              </a:extLst>
            </p:cNvPr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3" name="Group 175">
              <a:extLst>
                <a:ext uri="{FF2B5EF4-FFF2-40B4-BE49-F238E27FC236}">
                  <a16:creationId xmlns:a16="http://schemas.microsoft.com/office/drawing/2014/main" id="{88BE32B5-AD28-CB44-B25F-0BE0155F4E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4" name="Rectangle 176">
                <a:extLst>
                  <a:ext uri="{FF2B5EF4-FFF2-40B4-BE49-F238E27FC236}">
                    <a16:creationId xmlns:a16="http://schemas.microsoft.com/office/drawing/2014/main" id="{E5CD48DB-61FF-EC4F-B8FF-E51BCE938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95" name="Rectangle 177">
                <a:extLst>
                  <a:ext uri="{FF2B5EF4-FFF2-40B4-BE49-F238E27FC236}">
                    <a16:creationId xmlns:a16="http://schemas.microsoft.com/office/drawing/2014/main" id="{40D322D2-6F2A-0246-B033-7CB00E527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B29E55-88BD-AD40-949B-5E711ABB4016}"/>
              </a:ext>
            </a:extLst>
          </p:cNvPr>
          <p:cNvSpPr txBox="1"/>
          <p:nvPr/>
        </p:nvSpPr>
        <p:spPr>
          <a:xfrm>
            <a:off x="6982691" y="-78139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01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  <p:bldP spid="89" grpId="0"/>
      <p:bldP spid="8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reeform 10">
            <a:extLst>
              <a:ext uri="{FF2B5EF4-FFF2-40B4-BE49-F238E27FC236}">
                <a16:creationId xmlns:a16="http://schemas.microsoft.com/office/drawing/2014/main" id="{236C8C34-AA0A-1747-BF1D-3CBFB21AC1F2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10916607" y="1577038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Network layer </a:t>
            </a:r>
            <a:r>
              <a:rPr lang="en-US" altLang="en-US" sz="4400" dirty="0" smtClean="0">
                <a:ea typeface="ＭＳ Ｐゴシック" panose="020B0600070205080204" pitchFamily="34" charset="-128"/>
              </a:rPr>
              <a:t>Encapsulation</a:t>
            </a:r>
            <a:endParaRPr lang="en-US" sz="4400" dirty="0"/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10CAB5B1-70B7-184B-A16F-4239A3118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C528DAB-CFD1-6943-9F41-1A6F334C3C75}"/>
              </a:ext>
            </a:extLst>
          </p:cNvPr>
          <p:cNvSpPr>
            <a:spLocks/>
          </p:cNvSpPr>
          <p:nvPr/>
        </p:nvSpPr>
        <p:spPr bwMode="auto">
          <a:xfrm rot="10800000">
            <a:off x="975630" y="1559549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190">
            <a:extLst>
              <a:ext uri="{FF2B5EF4-FFF2-40B4-BE49-F238E27FC236}">
                <a16:creationId xmlns:a16="http://schemas.microsoft.com/office/drawing/2014/main" id="{8D7B8AF0-B984-FB44-AB9F-07CA253CEA3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25" name="Picture 191" descr="desktop_computer_stylized_medium">
              <a:extLst>
                <a:ext uri="{FF2B5EF4-FFF2-40B4-BE49-F238E27FC236}">
                  <a16:creationId xmlns:a16="http://schemas.microsoft.com/office/drawing/2014/main" id="{06D1D726-A569-254A-9E27-366DB8CF32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92">
              <a:extLst>
                <a:ext uri="{FF2B5EF4-FFF2-40B4-BE49-F238E27FC236}">
                  <a16:creationId xmlns:a16="http://schemas.microsoft.com/office/drawing/2014/main" id="{F5362B29-42A6-3F4A-A1AB-EFF56E7B77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ACB87E4-845E-A542-9CE2-5864050E17AD}"/>
              </a:ext>
            </a:extLst>
          </p:cNvPr>
          <p:cNvCxnSpPr>
            <a:cxnSpLocks/>
          </p:cNvCxnSpPr>
          <p:nvPr/>
        </p:nvCxnSpPr>
        <p:spPr>
          <a:xfrm>
            <a:off x="3244817" y="2563273"/>
            <a:ext cx="565129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E8BAFE3-3C6F-F143-9E4B-2A620EAB382E}"/>
              </a:ext>
            </a:extLst>
          </p:cNvPr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3" name="Group 185">
            <a:extLst>
              <a:ext uri="{FF2B5EF4-FFF2-40B4-BE49-F238E27FC236}">
                <a16:creationId xmlns:a16="http://schemas.microsoft.com/office/drawing/2014/main" id="{EB20B2E4-EE78-334C-B142-D9716F510006}"/>
              </a:ext>
            </a:extLst>
          </p:cNvPr>
          <p:cNvGrpSpPr>
            <a:grpSpLocks/>
          </p:cNvGrpSpPr>
          <p:nvPr/>
        </p:nvGrpSpPr>
        <p:grpSpPr bwMode="auto">
          <a:xfrm>
            <a:off x="5682488" y="2402950"/>
            <a:ext cx="908050" cy="301625"/>
            <a:chOff x="1848" y="2046"/>
            <a:chExt cx="572" cy="190"/>
          </a:xfrm>
        </p:grpSpPr>
        <p:grpSp>
          <p:nvGrpSpPr>
            <p:cNvPr id="134" name="Group 179">
              <a:extLst>
                <a:ext uri="{FF2B5EF4-FFF2-40B4-BE49-F238E27FC236}">
                  <a16:creationId xmlns:a16="http://schemas.microsoft.com/office/drawing/2014/main" id="{1D5E26E8-DD67-F64E-B7A5-CF2A5868C4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38" name="Rectangle 180">
                <a:extLst>
                  <a:ext uri="{FF2B5EF4-FFF2-40B4-BE49-F238E27FC236}">
                    <a16:creationId xmlns:a16="http://schemas.microsoft.com/office/drawing/2014/main" id="{A0FF28E6-68F8-9D49-858D-54A894437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9" name="Rectangle 181">
                <a:extLst>
                  <a:ext uri="{FF2B5EF4-FFF2-40B4-BE49-F238E27FC236}">
                    <a16:creationId xmlns:a16="http://schemas.microsoft.com/office/drawing/2014/main" id="{57F4F79C-9470-0243-9459-9DE005B14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135" name="Group 182">
              <a:extLst>
                <a:ext uri="{FF2B5EF4-FFF2-40B4-BE49-F238E27FC236}">
                  <a16:creationId xmlns:a16="http://schemas.microsoft.com/office/drawing/2014/main" id="{C814D838-F088-1449-A73B-3285342C6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36" name="Rectangle 183">
                <a:extLst>
                  <a:ext uri="{FF2B5EF4-FFF2-40B4-BE49-F238E27FC236}">
                    <a16:creationId xmlns:a16="http://schemas.microsoft.com/office/drawing/2014/main" id="{744B26E9-8C84-AF45-BC0E-C09188489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7" name="Rectangle 184">
                <a:extLst>
                  <a:ext uri="{FF2B5EF4-FFF2-40B4-BE49-F238E27FC236}">
                    <a16:creationId xmlns:a16="http://schemas.microsoft.com/office/drawing/2014/main" id="{71A3F897-85F9-4241-906F-6308455A3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2CE37313-1E06-C945-A455-53ADE2AA5971}"/>
              </a:ext>
            </a:extLst>
          </p:cNvPr>
          <p:cNvSpPr txBox="1"/>
          <p:nvPr/>
        </p:nvSpPr>
        <p:spPr>
          <a:xfrm>
            <a:off x="3280599" y="3464051"/>
            <a:ext cx="5831174" cy="3305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C00000"/>
                </a:solidFill>
              </a:rPr>
              <a:t>Network layer</a:t>
            </a:r>
            <a:r>
              <a:rPr lang="en-US" sz="2400" dirty="0" smtClean="0"/>
              <a:t> </a:t>
            </a:r>
            <a:r>
              <a:rPr lang="en-US" sz="2400" dirty="0"/>
              <a:t>protocol </a:t>
            </a:r>
            <a:r>
              <a:rPr lang="en-US" sz="2400" dirty="0">
                <a:solidFill>
                  <a:srgbClr val="0000A3"/>
                </a:solidFill>
              </a:rPr>
              <a:t>encapsulates</a:t>
            </a:r>
            <a:r>
              <a:rPr lang="en-US" sz="2400" dirty="0"/>
              <a:t> transport-layer segment</a:t>
            </a:r>
            <a:r>
              <a:rPr lang="en-US" sz="2000" dirty="0"/>
              <a:t>  [H</a:t>
            </a:r>
            <a:r>
              <a:rPr lang="en-US" sz="2000" baseline="-25000" dirty="0"/>
              <a:t>t</a:t>
            </a:r>
            <a:r>
              <a:rPr lang="en-US" sz="2000" dirty="0"/>
              <a:t> | M] </a:t>
            </a:r>
            <a:r>
              <a:rPr lang="en-US" sz="2400" dirty="0"/>
              <a:t>with network layer-layer header H</a:t>
            </a:r>
            <a:r>
              <a:rPr lang="en-US" sz="2400" baseline="-25000" dirty="0"/>
              <a:t>n </a:t>
            </a:r>
            <a:r>
              <a:rPr lang="en-US" sz="2400" dirty="0"/>
              <a:t> to create a network-layer </a:t>
            </a:r>
            <a:r>
              <a:rPr lang="en-US" sz="2400" dirty="0" smtClean="0">
                <a:solidFill>
                  <a:srgbClr val="C00000"/>
                </a:solidFill>
              </a:rPr>
              <a:t>packet </a:t>
            </a:r>
          </a:p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 smtClean="0"/>
              <a:t>H</a:t>
            </a:r>
            <a:r>
              <a:rPr lang="en-US" sz="2400" baseline="-25000" dirty="0" smtClean="0"/>
              <a:t>n </a:t>
            </a:r>
            <a:r>
              <a:rPr lang="en-US" sz="2400" dirty="0" smtClean="0"/>
              <a:t> </a:t>
            </a:r>
            <a:r>
              <a:rPr lang="en-US" sz="2400" dirty="0"/>
              <a:t>used by network layer protocol to implement its </a:t>
            </a:r>
            <a:r>
              <a:rPr lang="en-US" sz="2400" dirty="0" smtClean="0"/>
              <a:t>service</a:t>
            </a:r>
          </a:p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Network-layer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protocol transfers network </a:t>
            </a:r>
            <a:r>
              <a:rPr lang="en-US" sz="2400" dirty="0" smtClean="0"/>
              <a:t>-</a:t>
            </a:r>
            <a:r>
              <a:rPr lang="en-US" sz="2400" dirty="0"/>
              <a:t>layer </a:t>
            </a:r>
            <a:r>
              <a:rPr lang="en-US" sz="2400" dirty="0" smtClean="0"/>
              <a:t>packet [</a:t>
            </a:r>
            <a:r>
              <a:rPr lang="en-US" sz="2400" dirty="0"/>
              <a:t>H</a:t>
            </a:r>
            <a:r>
              <a:rPr lang="en-US" sz="2400" baseline="-25000" dirty="0"/>
              <a:t>n </a:t>
            </a:r>
            <a:r>
              <a:rPr lang="en-US" sz="2400" dirty="0"/>
              <a:t>|</a:t>
            </a:r>
            <a:r>
              <a:rPr lang="en-US" sz="2400" dirty="0" smtClean="0"/>
              <a:t>H</a:t>
            </a:r>
            <a:r>
              <a:rPr lang="en-US" sz="2400" baseline="-25000" dirty="0" smtClean="0"/>
              <a:t>t</a:t>
            </a:r>
            <a:r>
              <a:rPr lang="en-US" sz="2400" dirty="0" smtClean="0"/>
              <a:t> </a:t>
            </a:r>
            <a:r>
              <a:rPr lang="en-US" sz="2400" dirty="0"/>
              <a:t>| M] from one </a:t>
            </a:r>
            <a:r>
              <a:rPr lang="en-US" sz="2400" i="1" dirty="0"/>
              <a:t>host</a:t>
            </a:r>
            <a:r>
              <a:rPr lang="en-US" sz="2400" dirty="0"/>
              <a:t> to another, using </a:t>
            </a:r>
            <a:r>
              <a:rPr lang="en-US" sz="2400" dirty="0">
                <a:solidFill>
                  <a:srgbClr val="FF0000"/>
                </a:solidFill>
              </a:rPr>
              <a:t>link layer </a:t>
            </a:r>
            <a:r>
              <a:rPr lang="en-US" sz="2400" dirty="0"/>
              <a:t>services</a:t>
            </a:r>
          </a:p>
          <a:p>
            <a:pPr>
              <a:lnSpc>
                <a:spcPct val="90000"/>
              </a:lnSpc>
              <a:buClr>
                <a:srgbClr val="0000A3"/>
              </a:buClr>
            </a:pPr>
            <a:endParaRPr lang="en-US" sz="2400" baseline="-25000" dirty="0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D0C4974-D689-414F-A2EB-9B1043F3314D}"/>
              </a:ext>
            </a:extLst>
          </p:cNvPr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ED8D52E4-C345-B842-A2E7-C8068B8E5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A5089E2D-0B1B-544A-82BC-F28ED3191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3EBBB35-9D82-7C43-B882-52ED90AE3A71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2EA7353-AEFA-934F-93DE-A8D55DF75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40242E3-3BEB-D543-B881-84EB2D13BD66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DC27D746-0691-6F47-9E9D-1D63DF11D081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950">
            <a:extLst>
              <a:ext uri="{FF2B5EF4-FFF2-40B4-BE49-F238E27FC236}">
                <a16:creationId xmlns:a16="http://schemas.microsoft.com/office/drawing/2014/main" id="{044873AD-74A5-8A44-846B-EC5D0FBC82D7}"/>
              </a:ext>
            </a:extLst>
          </p:cNvPr>
          <p:cNvGrpSpPr>
            <a:grpSpLocks/>
          </p:cNvGrpSpPr>
          <p:nvPr/>
        </p:nvGrpSpPr>
        <p:grpSpPr bwMode="auto"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168" name="Freeform 951">
              <a:extLst>
                <a:ext uri="{FF2B5EF4-FFF2-40B4-BE49-F238E27FC236}">
                  <a16:creationId xmlns:a16="http://schemas.microsoft.com/office/drawing/2014/main" id="{EEDE4156-8281-D847-9240-9DE989990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Rectangle 952">
              <a:extLst>
                <a:ext uri="{FF2B5EF4-FFF2-40B4-BE49-F238E27FC236}">
                  <a16:creationId xmlns:a16="http://schemas.microsoft.com/office/drawing/2014/main" id="{22E8340D-B5D1-3C48-A062-4F70248D1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0" name="Freeform 953">
              <a:extLst>
                <a:ext uri="{FF2B5EF4-FFF2-40B4-BE49-F238E27FC236}">
                  <a16:creationId xmlns:a16="http://schemas.microsoft.com/office/drawing/2014/main" id="{29109B86-1ABF-F647-8516-2AAE154A9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 954">
              <a:extLst>
                <a:ext uri="{FF2B5EF4-FFF2-40B4-BE49-F238E27FC236}">
                  <a16:creationId xmlns:a16="http://schemas.microsoft.com/office/drawing/2014/main" id="{9F93569F-8FC8-7C4E-9F95-B14647D2D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Rectangle 955">
              <a:extLst>
                <a:ext uri="{FF2B5EF4-FFF2-40B4-BE49-F238E27FC236}">
                  <a16:creationId xmlns:a16="http://schemas.microsoft.com/office/drawing/2014/main" id="{8E5BC3B8-E87D-9F47-A6F6-AD8B57BC2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3" name="Group 956">
              <a:extLst>
                <a:ext uri="{FF2B5EF4-FFF2-40B4-BE49-F238E27FC236}">
                  <a16:creationId xmlns:a16="http://schemas.microsoft.com/office/drawing/2014/main" id="{1694DE96-689D-9540-964A-22F06F6D9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8" name="AutoShape 957">
                <a:extLst>
                  <a:ext uri="{FF2B5EF4-FFF2-40B4-BE49-F238E27FC236}">
                    <a16:creationId xmlns:a16="http://schemas.microsoft.com/office/drawing/2014/main" id="{435DFCEB-F2FD-7B44-93DA-9204E2E31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9" name="AutoShape 958">
                <a:extLst>
                  <a:ext uri="{FF2B5EF4-FFF2-40B4-BE49-F238E27FC236}">
                    <a16:creationId xmlns:a16="http://schemas.microsoft.com/office/drawing/2014/main" id="{521647D7-4114-1146-9C5A-F1DB4FEC8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" name="Rectangle 959">
              <a:extLst>
                <a:ext uri="{FF2B5EF4-FFF2-40B4-BE49-F238E27FC236}">
                  <a16:creationId xmlns:a16="http://schemas.microsoft.com/office/drawing/2014/main" id="{3A0D9FD6-DBAC-4B49-A55F-167642D66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5" name="Group 960">
              <a:extLst>
                <a:ext uri="{FF2B5EF4-FFF2-40B4-BE49-F238E27FC236}">
                  <a16:creationId xmlns:a16="http://schemas.microsoft.com/office/drawing/2014/main" id="{3CFA0950-BC76-3949-8726-38646B18F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6" name="AutoShape 961">
                <a:extLst>
                  <a:ext uri="{FF2B5EF4-FFF2-40B4-BE49-F238E27FC236}">
                    <a16:creationId xmlns:a16="http://schemas.microsoft.com/office/drawing/2014/main" id="{67127BA7-9D0A-2443-9190-C56C02906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7" name="AutoShape 962">
                <a:extLst>
                  <a:ext uri="{FF2B5EF4-FFF2-40B4-BE49-F238E27FC236}">
                    <a16:creationId xmlns:a16="http://schemas.microsoft.com/office/drawing/2014/main" id="{2C9F8790-3076-4541-A56A-E9305DCB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6" name="Rectangle 963">
              <a:extLst>
                <a:ext uri="{FF2B5EF4-FFF2-40B4-BE49-F238E27FC236}">
                  <a16:creationId xmlns:a16="http://schemas.microsoft.com/office/drawing/2014/main" id="{4DE6A147-5BC7-FF41-B7AC-2BA9913BB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7" name="Rectangle 964">
              <a:extLst>
                <a:ext uri="{FF2B5EF4-FFF2-40B4-BE49-F238E27FC236}">
                  <a16:creationId xmlns:a16="http://schemas.microsoft.com/office/drawing/2014/main" id="{53ECF0A1-6175-BE45-A32A-233E1942C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8" name="Group 965">
              <a:extLst>
                <a:ext uri="{FF2B5EF4-FFF2-40B4-BE49-F238E27FC236}">
                  <a16:creationId xmlns:a16="http://schemas.microsoft.com/office/drawing/2014/main" id="{16810F93-1596-884B-B639-A3868A5CD4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4" name="AutoShape 966">
                <a:extLst>
                  <a:ext uri="{FF2B5EF4-FFF2-40B4-BE49-F238E27FC236}">
                    <a16:creationId xmlns:a16="http://schemas.microsoft.com/office/drawing/2014/main" id="{84EC0348-3D46-9445-B43C-6DC8DB392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5" name="AutoShape 967">
                <a:extLst>
                  <a:ext uri="{FF2B5EF4-FFF2-40B4-BE49-F238E27FC236}">
                    <a16:creationId xmlns:a16="http://schemas.microsoft.com/office/drawing/2014/main" id="{23A1F6B3-9F2D-5E41-8602-67921ABB1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9" name="Freeform 968">
              <a:extLst>
                <a:ext uri="{FF2B5EF4-FFF2-40B4-BE49-F238E27FC236}">
                  <a16:creationId xmlns:a16="http://schemas.microsoft.com/office/drawing/2014/main" id="{8FD6AEB5-BE60-044C-B32D-B433B7400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Group 969">
              <a:extLst>
                <a:ext uri="{FF2B5EF4-FFF2-40B4-BE49-F238E27FC236}">
                  <a16:creationId xmlns:a16="http://schemas.microsoft.com/office/drawing/2014/main" id="{30895737-AC01-6342-BADB-B3B3BFE7FC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2" name="AutoShape 970">
                <a:extLst>
                  <a:ext uri="{FF2B5EF4-FFF2-40B4-BE49-F238E27FC236}">
                    <a16:creationId xmlns:a16="http://schemas.microsoft.com/office/drawing/2014/main" id="{2D690E63-3733-8E4E-B8F8-19245FF7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3" name="AutoShape 971">
                <a:extLst>
                  <a:ext uri="{FF2B5EF4-FFF2-40B4-BE49-F238E27FC236}">
                    <a16:creationId xmlns:a16="http://schemas.microsoft.com/office/drawing/2014/main" id="{9CE827B0-221F-ED4A-A36B-E1EEFE27B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1" name="Rectangle 972">
              <a:extLst>
                <a:ext uri="{FF2B5EF4-FFF2-40B4-BE49-F238E27FC236}">
                  <a16:creationId xmlns:a16="http://schemas.microsoft.com/office/drawing/2014/main" id="{6DA44079-B2D7-9244-A5E0-9DF13556E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2" name="Freeform 973">
              <a:extLst>
                <a:ext uri="{FF2B5EF4-FFF2-40B4-BE49-F238E27FC236}">
                  <a16:creationId xmlns:a16="http://schemas.microsoft.com/office/drawing/2014/main" id="{E808BD44-A307-394D-8965-070EF3F86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Freeform 974">
              <a:extLst>
                <a:ext uri="{FF2B5EF4-FFF2-40B4-BE49-F238E27FC236}">
                  <a16:creationId xmlns:a16="http://schemas.microsoft.com/office/drawing/2014/main" id="{327FF4BF-3914-2143-83C7-C816B3E0A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Oval 975">
              <a:extLst>
                <a:ext uri="{FF2B5EF4-FFF2-40B4-BE49-F238E27FC236}">
                  <a16:creationId xmlns:a16="http://schemas.microsoft.com/office/drawing/2014/main" id="{09C51570-A4D3-D24C-A492-3811DD9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5" name="Freeform 976">
              <a:extLst>
                <a:ext uri="{FF2B5EF4-FFF2-40B4-BE49-F238E27FC236}">
                  <a16:creationId xmlns:a16="http://schemas.microsoft.com/office/drawing/2014/main" id="{BC2853B5-A39B-5A40-97DF-5ADB4712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AutoShape 977">
              <a:extLst>
                <a:ext uri="{FF2B5EF4-FFF2-40B4-BE49-F238E27FC236}">
                  <a16:creationId xmlns:a16="http://schemas.microsoft.com/office/drawing/2014/main" id="{7928EDBA-57E1-B441-B1AF-CC0D62B2B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7" name="AutoShape 978">
              <a:extLst>
                <a:ext uri="{FF2B5EF4-FFF2-40B4-BE49-F238E27FC236}">
                  <a16:creationId xmlns:a16="http://schemas.microsoft.com/office/drawing/2014/main" id="{CC70E1A7-AAEC-6440-86AC-73ECE22D7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8" name="Oval 979">
              <a:extLst>
                <a:ext uri="{FF2B5EF4-FFF2-40B4-BE49-F238E27FC236}">
                  <a16:creationId xmlns:a16="http://schemas.microsoft.com/office/drawing/2014/main" id="{2F7E7C91-0257-D84D-8AD1-4A152C81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9" name="Oval 980">
              <a:extLst>
                <a:ext uri="{FF2B5EF4-FFF2-40B4-BE49-F238E27FC236}">
                  <a16:creationId xmlns:a16="http://schemas.microsoft.com/office/drawing/2014/main" id="{6AE127C2-D583-E74D-8B39-05EEBEBE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0" name="Oval 981">
              <a:extLst>
                <a:ext uri="{FF2B5EF4-FFF2-40B4-BE49-F238E27FC236}">
                  <a16:creationId xmlns:a16="http://schemas.microsoft.com/office/drawing/2014/main" id="{0EDFA963-70E6-2E42-AAFE-E2F9BD64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1" name="Rectangle 982">
              <a:extLst>
                <a:ext uri="{FF2B5EF4-FFF2-40B4-BE49-F238E27FC236}">
                  <a16:creationId xmlns:a16="http://schemas.microsoft.com/office/drawing/2014/main" id="{27A6382E-A13F-A248-84BF-E9DBD71EE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06" name="Text Box 8">
            <a:extLst>
              <a:ext uri="{FF2B5EF4-FFF2-40B4-BE49-F238E27FC236}">
                <a16:creationId xmlns:a16="http://schemas.microsoft.com/office/drawing/2014/main" id="{6066254D-E62E-B446-8950-17FDF2A18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</a:rPr>
              <a:t>destination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BA8D23A-DF12-2443-9B89-890BD7CDB6B8}"/>
              </a:ext>
            </a:extLst>
          </p:cNvPr>
          <p:cNvGrpSpPr/>
          <p:nvPr/>
        </p:nvGrpSpPr>
        <p:grpSpPr>
          <a:xfrm>
            <a:off x="3230774" y="1680049"/>
            <a:ext cx="5651292" cy="389744"/>
            <a:chOff x="3270354" y="1798823"/>
            <a:chExt cx="5651292" cy="38974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6A2E93-F723-6741-8FBC-288F6B0B758B}"/>
                </a:ext>
              </a:extLst>
            </p:cNvPr>
            <p:cNvCxnSpPr>
              <a:cxnSpLocks/>
            </p:cNvCxnSpPr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0C90201-2355-084F-A843-B545A899D6FE}"/>
                </a:ext>
              </a:extLst>
            </p:cNvPr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6" name="Group 175">
              <a:extLst>
                <a:ext uri="{FF2B5EF4-FFF2-40B4-BE49-F238E27FC236}">
                  <a16:creationId xmlns:a16="http://schemas.microsoft.com/office/drawing/2014/main" id="{AC026B9A-C8C6-C045-8CBD-B9022027F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7" name="Rectangle 176">
                <a:extLst>
                  <a:ext uri="{FF2B5EF4-FFF2-40B4-BE49-F238E27FC236}">
                    <a16:creationId xmlns:a16="http://schemas.microsoft.com/office/drawing/2014/main" id="{10F5A1DA-0939-D34B-B227-29AA407BC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98" name="Rectangle 177">
                <a:extLst>
                  <a:ext uri="{FF2B5EF4-FFF2-40B4-BE49-F238E27FC236}">
                    <a16:creationId xmlns:a16="http://schemas.microsoft.com/office/drawing/2014/main" id="{2086AF53-43CC-814A-BA4C-260362990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94888FAE-136F-094E-BF2A-11D94A17BB7F}"/>
              </a:ext>
            </a:extLst>
          </p:cNvPr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214" name="Rectangle 24">
              <a:extLst>
                <a:ext uri="{FF2B5EF4-FFF2-40B4-BE49-F238E27FC236}">
                  <a16:creationId xmlns:a16="http://schemas.microsoft.com/office/drawing/2014/main" id="{FA7A7264-CB0E-4442-BA92-F16F6E6E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5" name="Text Box 26">
              <a:extLst>
                <a:ext uri="{FF2B5EF4-FFF2-40B4-BE49-F238E27FC236}">
                  <a16:creationId xmlns:a16="http://schemas.microsoft.com/office/drawing/2014/main" id="{D54F6320-1E23-E649-BFED-E007672E7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F2C66BF-55D8-0549-A9DA-934202F38DD5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CA370408-C974-CD4A-8EF6-0AEC3924D4ED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A7BF2B3-45B8-414A-8B63-2480CF8FA11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9A1FEA61-81C7-C449-880B-15A8ACAF5500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EFD3EBC-45D5-C74A-B32F-79C699B23E2E}"/>
              </a:ext>
            </a:extLst>
          </p:cNvPr>
          <p:cNvGrpSpPr/>
          <p:nvPr/>
        </p:nvGrpSpPr>
        <p:grpSpPr>
          <a:xfrm>
            <a:off x="3257421" y="3117277"/>
            <a:ext cx="5651292" cy="389744"/>
            <a:chOff x="3211642" y="3319499"/>
            <a:chExt cx="5651292" cy="389744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B1705D36-44EB-7144-ADDD-2BCA5A49E36C}"/>
                </a:ext>
              </a:extLst>
            </p:cNvPr>
            <p:cNvCxnSpPr>
              <a:cxnSpLocks/>
            </p:cNvCxnSpPr>
            <p:nvPr/>
          </p:nvCxnSpPr>
          <p:spPr>
            <a:xfrm>
              <a:off x="3211642" y="3542677"/>
              <a:ext cx="56512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64C90AC-8D4A-5646-A57F-0F37EE375E51}"/>
                </a:ext>
              </a:extLst>
            </p:cNvPr>
            <p:cNvSpPr/>
            <p:nvPr/>
          </p:nvSpPr>
          <p:spPr>
            <a:xfrm>
              <a:off x="5356172" y="3319499"/>
              <a:ext cx="1210365" cy="3897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00013B-973D-F145-BC62-E1EB59B2D1F7}"/>
                </a:ext>
              </a:extLst>
            </p:cNvPr>
            <p:cNvGrpSpPr/>
            <p:nvPr/>
          </p:nvGrpSpPr>
          <p:grpSpPr>
            <a:xfrm>
              <a:off x="5418625" y="3360607"/>
              <a:ext cx="1058375" cy="307296"/>
              <a:chOff x="5509436" y="3287899"/>
              <a:chExt cx="1058375" cy="307296"/>
            </a:xfrm>
          </p:grpSpPr>
          <p:grpSp>
            <p:nvGrpSpPr>
              <p:cNvPr id="83" name="Group 182">
                <a:extLst>
                  <a:ext uri="{FF2B5EF4-FFF2-40B4-BE49-F238E27FC236}">
                    <a16:creationId xmlns:a16="http://schemas.microsoft.com/office/drawing/2014/main" id="{92B476DA-1332-E245-A063-5F18A8ED56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10535" y="3293570"/>
                <a:ext cx="1057276" cy="301625"/>
                <a:chOff x="469" y="1531"/>
                <a:chExt cx="666" cy="190"/>
              </a:xfrm>
            </p:grpSpPr>
            <p:sp>
              <p:nvSpPr>
                <p:cNvPr id="84" name="Rectangle 183">
                  <a:extLst>
                    <a:ext uri="{FF2B5EF4-FFF2-40B4-BE49-F238E27FC236}">
                      <a16:creationId xmlns:a16="http://schemas.microsoft.com/office/drawing/2014/main" id="{35A3A0E8-5840-8E42-ADE8-7EB044576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9" y="1549"/>
                  <a:ext cx="666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Rectangle 184">
                  <a:extLst>
                    <a:ext uri="{FF2B5EF4-FFF2-40B4-BE49-F238E27FC236}">
                      <a16:creationId xmlns:a16="http://schemas.microsoft.com/office/drawing/2014/main" id="{55600375-23A3-CD4E-BBD9-EE07BA4AE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87" name="Rectangle 181">
                <a:extLst>
                  <a:ext uri="{FF2B5EF4-FFF2-40B4-BE49-F238E27FC236}">
                    <a16:creationId xmlns:a16="http://schemas.microsoft.com/office/drawing/2014/main" id="{51F428BA-8794-2B46-B109-1D511F62E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1740" y="3305237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88" name="Rectangle 181">
                <a:extLst>
                  <a:ext uri="{FF2B5EF4-FFF2-40B4-BE49-F238E27FC236}">
                    <a16:creationId xmlns:a16="http://schemas.microsoft.com/office/drawing/2014/main" id="{E5D95958-8C54-6242-A3B1-968E6AC62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9436" y="3287899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AE213470-EFFE-1143-AE70-3E6F1DF520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76877" y="3322145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B823437-9FDA-D44D-8E28-4933018C3600}"/>
                  </a:ext>
                </a:extLst>
              </p:cNvPr>
              <p:cNvCxnSpPr/>
              <p:nvPr/>
            </p:nvCxnSpPr>
            <p:spPr>
              <a:xfrm>
                <a:off x="5796378" y="3320433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1188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Freeform 10">
            <a:extLst>
              <a:ext uri="{FF2B5EF4-FFF2-40B4-BE49-F238E27FC236}">
                <a16:creationId xmlns:a16="http://schemas.microsoft.com/office/drawing/2014/main" id="{236C8C34-AA0A-1747-BF1D-3CBFB21AC1F2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10916607" y="1577038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/>
              <a:t>Link layer </a:t>
            </a:r>
            <a:r>
              <a:rPr lang="en-US" altLang="en-US" sz="4000" dirty="0" smtClean="0">
                <a:ea typeface="ＭＳ Ｐゴシック" panose="020B0600070205080204" pitchFamily="34" charset="-128"/>
              </a:rPr>
              <a:t>Encapsulation</a:t>
            </a:r>
            <a:endParaRPr lang="en-US" sz="4000" dirty="0"/>
          </a:p>
        </p:txBody>
      </p:sp>
      <p:sp>
        <p:nvSpPr>
          <p:cNvPr id="13" name="Text Box 8">
            <a:extLst>
              <a:ext uri="{FF2B5EF4-FFF2-40B4-BE49-F238E27FC236}">
                <a16:creationId xmlns:a16="http://schemas.microsoft.com/office/drawing/2014/main" id="{10CAB5B1-70B7-184B-A16F-4239A3118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705" y="5724388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1C528DAB-CFD1-6943-9F41-1A6F334C3C75}"/>
              </a:ext>
            </a:extLst>
          </p:cNvPr>
          <p:cNvSpPr>
            <a:spLocks/>
          </p:cNvSpPr>
          <p:nvPr/>
        </p:nvSpPr>
        <p:spPr bwMode="auto">
          <a:xfrm rot="10800000">
            <a:off x="975630" y="1559549"/>
            <a:ext cx="450309" cy="406176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  <a:gd name="connsiteX0" fmla="*/ 11593 w 11593"/>
              <a:gd name="connsiteY0" fmla="*/ 0 h 10109"/>
              <a:gd name="connsiteX1" fmla="*/ 0 w 11593"/>
              <a:gd name="connsiteY1" fmla="*/ 109 h 10109"/>
              <a:gd name="connsiteX2" fmla="*/ 0 w 11593"/>
              <a:gd name="connsiteY2" fmla="*/ 10109 h 10109"/>
              <a:gd name="connsiteX3" fmla="*/ 10000 w 11593"/>
              <a:gd name="connsiteY3" fmla="*/ 5606 h 10109"/>
              <a:gd name="connsiteX4" fmla="*/ 11593 w 11593"/>
              <a:gd name="connsiteY4" fmla="*/ 0 h 10109"/>
              <a:gd name="connsiteX0" fmla="*/ 11593 w 12080"/>
              <a:gd name="connsiteY0" fmla="*/ 0 h 10109"/>
              <a:gd name="connsiteX1" fmla="*/ 0 w 12080"/>
              <a:gd name="connsiteY1" fmla="*/ 109 h 10109"/>
              <a:gd name="connsiteX2" fmla="*/ 0 w 12080"/>
              <a:gd name="connsiteY2" fmla="*/ 10109 h 10109"/>
              <a:gd name="connsiteX3" fmla="*/ 12080 w 12080"/>
              <a:gd name="connsiteY3" fmla="*/ 1850 h 10109"/>
              <a:gd name="connsiteX4" fmla="*/ 11593 w 12080"/>
              <a:gd name="connsiteY4" fmla="*/ 0 h 10109"/>
              <a:gd name="connsiteX0" fmla="*/ 11593 w 12080"/>
              <a:gd name="connsiteY0" fmla="*/ 2239 h 12348"/>
              <a:gd name="connsiteX1" fmla="*/ 0 w 12080"/>
              <a:gd name="connsiteY1" fmla="*/ 0 h 12348"/>
              <a:gd name="connsiteX2" fmla="*/ 0 w 12080"/>
              <a:gd name="connsiteY2" fmla="*/ 12348 h 12348"/>
              <a:gd name="connsiteX3" fmla="*/ 12080 w 12080"/>
              <a:gd name="connsiteY3" fmla="*/ 4089 h 12348"/>
              <a:gd name="connsiteX4" fmla="*/ 11593 w 12080"/>
              <a:gd name="connsiteY4" fmla="*/ 2239 h 12348"/>
              <a:gd name="connsiteX0" fmla="*/ 12841 w 13328"/>
              <a:gd name="connsiteY0" fmla="*/ 10034 h 20143"/>
              <a:gd name="connsiteX1" fmla="*/ 0 w 13328"/>
              <a:gd name="connsiteY1" fmla="*/ 0 h 20143"/>
              <a:gd name="connsiteX2" fmla="*/ 1248 w 13328"/>
              <a:gd name="connsiteY2" fmla="*/ 20143 h 20143"/>
              <a:gd name="connsiteX3" fmla="*/ 13328 w 13328"/>
              <a:gd name="connsiteY3" fmla="*/ 11884 h 20143"/>
              <a:gd name="connsiteX4" fmla="*/ 12841 w 13328"/>
              <a:gd name="connsiteY4" fmla="*/ 10034 h 20143"/>
              <a:gd name="connsiteX0" fmla="*/ 12425 w 13328"/>
              <a:gd name="connsiteY0" fmla="*/ 0 h 21660"/>
              <a:gd name="connsiteX1" fmla="*/ 0 w 13328"/>
              <a:gd name="connsiteY1" fmla="*/ 1517 h 21660"/>
              <a:gd name="connsiteX2" fmla="*/ 1248 w 13328"/>
              <a:gd name="connsiteY2" fmla="*/ 21660 h 21660"/>
              <a:gd name="connsiteX3" fmla="*/ 13328 w 13328"/>
              <a:gd name="connsiteY3" fmla="*/ 13401 h 21660"/>
              <a:gd name="connsiteX4" fmla="*/ 12425 w 13328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  <a:gd name="connsiteX0" fmla="*/ 12425 w 12496"/>
              <a:gd name="connsiteY0" fmla="*/ 0 h 21660"/>
              <a:gd name="connsiteX1" fmla="*/ 0 w 12496"/>
              <a:gd name="connsiteY1" fmla="*/ 1517 h 21660"/>
              <a:gd name="connsiteX2" fmla="*/ 1248 w 12496"/>
              <a:gd name="connsiteY2" fmla="*/ 21660 h 21660"/>
              <a:gd name="connsiteX3" fmla="*/ 12496 w 12496"/>
              <a:gd name="connsiteY3" fmla="*/ 4855 h 21660"/>
              <a:gd name="connsiteX4" fmla="*/ 12425 w 12496"/>
              <a:gd name="connsiteY4" fmla="*/ 0 h 2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96" h="21660">
                <a:moveTo>
                  <a:pt x="12425" y="0"/>
                </a:moveTo>
                <a:lnTo>
                  <a:pt x="0" y="1517"/>
                </a:lnTo>
                <a:lnTo>
                  <a:pt x="1248" y="21660"/>
                </a:lnTo>
                <a:cubicBezTo>
                  <a:pt x="4581" y="12959"/>
                  <a:pt x="6667" y="10269"/>
                  <a:pt x="12496" y="4855"/>
                </a:cubicBezTo>
                <a:cubicBezTo>
                  <a:pt x="12472" y="3237"/>
                  <a:pt x="12449" y="1618"/>
                  <a:pt x="12425" y="0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Group 190">
            <a:extLst>
              <a:ext uri="{FF2B5EF4-FFF2-40B4-BE49-F238E27FC236}">
                <a16:creationId xmlns:a16="http://schemas.microsoft.com/office/drawing/2014/main" id="{8D7B8AF0-B984-FB44-AB9F-07CA253CEA3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5446" y="5073984"/>
            <a:ext cx="803275" cy="771525"/>
            <a:chOff x="-44" y="1473"/>
            <a:chExt cx="981" cy="1105"/>
          </a:xfrm>
        </p:grpSpPr>
        <p:pic>
          <p:nvPicPr>
            <p:cNvPr id="25" name="Picture 191" descr="desktop_computer_stylized_medium">
              <a:extLst>
                <a:ext uri="{FF2B5EF4-FFF2-40B4-BE49-F238E27FC236}">
                  <a16:creationId xmlns:a16="http://schemas.microsoft.com/office/drawing/2014/main" id="{06D1D726-A569-254A-9E27-366DB8CF32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192">
              <a:extLst>
                <a:ext uri="{FF2B5EF4-FFF2-40B4-BE49-F238E27FC236}">
                  <a16:creationId xmlns:a16="http://schemas.microsoft.com/office/drawing/2014/main" id="{F5362B29-42A6-3F4A-A1AB-EFF56E7B772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ACB87E4-845E-A542-9CE2-5864050E17AD}"/>
              </a:ext>
            </a:extLst>
          </p:cNvPr>
          <p:cNvCxnSpPr>
            <a:cxnSpLocks/>
          </p:cNvCxnSpPr>
          <p:nvPr/>
        </p:nvCxnSpPr>
        <p:spPr>
          <a:xfrm>
            <a:off x="3211642" y="2610788"/>
            <a:ext cx="565129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E8BAFE3-3C6F-F143-9E4B-2A620EAB382E}"/>
              </a:ext>
            </a:extLst>
          </p:cNvPr>
          <p:cNvSpPr/>
          <p:nvPr/>
        </p:nvSpPr>
        <p:spPr>
          <a:xfrm>
            <a:off x="5584583" y="2368401"/>
            <a:ext cx="971760" cy="389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3" name="Group 185">
            <a:extLst>
              <a:ext uri="{FF2B5EF4-FFF2-40B4-BE49-F238E27FC236}">
                <a16:creationId xmlns:a16="http://schemas.microsoft.com/office/drawing/2014/main" id="{EB20B2E4-EE78-334C-B142-D9716F510006}"/>
              </a:ext>
            </a:extLst>
          </p:cNvPr>
          <p:cNvGrpSpPr>
            <a:grpSpLocks/>
          </p:cNvGrpSpPr>
          <p:nvPr/>
        </p:nvGrpSpPr>
        <p:grpSpPr bwMode="auto">
          <a:xfrm>
            <a:off x="5690803" y="2434313"/>
            <a:ext cx="908050" cy="301625"/>
            <a:chOff x="1848" y="2046"/>
            <a:chExt cx="572" cy="190"/>
          </a:xfrm>
        </p:grpSpPr>
        <p:grpSp>
          <p:nvGrpSpPr>
            <p:cNvPr id="134" name="Group 179">
              <a:extLst>
                <a:ext uri="{FF2B5EF4-FFF2-40B4-BE49-F238E27FC236}">
                  <a16:creationId xmlns:a16="http://schemas.microsoft.com/office/drawing/2014/main" id="{1D5E26E8-DD67-F64E-B7A5-CF2A5868C4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138" name="Rectangle 180">
                <a:extLst>
                  <a:ext uri="{FF2B5EF4-FFF2-40B4-BE49-F238E27FC236}">
                    <a16:creationId xmlns:a16="http://schemas.microsoft.com/office/drawing/2014/main" id="{A0FF28E6-68F8-9D49-858D-54A894437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9" name="Rectangle 181">
                <a:extLst>
                  <a:ext uri="{FF2B5EF4-FFF2-40B4-BE49-F238E27FC236}">
                    <a16:creationId xmlns:a16="http://schemas.microsoft.com/office/drawing/2014/main" id="{57F4F79C-9470-0243-9459-9DE005B14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135" name="Group 182">
              <a:extLst>
                <a:ext uri="{FF2B5EF4-FFF2-40B4-BE49-F238E27FC236}">
                  <a16:creationId xmlns:a16="http://schemas.microsoft.com/office/drawing/2014/main" id="{C814D838-F088-1449-A73B-3285342C6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36" name="Rectangle 183">
                <a:extLst>
                  <a:ext uri="{FF2B5EF4-FFF2-40B4-BE49-F238E27FC236}">
                    <a16:creationId xmlns:a16="http://schemas.microsoft.com/office/drawing/2014/main" id="{744B26E9-8C84-AF45-BC0E-C09188489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37" name="Rectangle 184">
                <a:extLst>
                  <a:ext uri="{FF2B5EF4-FFF2-40B4-BE49-F238E27FC236}">
                    <a16:creationId xmlns:a16="http://schemas.microsoft.com/office/drawing/2014/main" id="{71A3F897-85F9-4241-906F-6308455A3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2CE37313-1E06-C945-A455-53ADE2AA5971}"/>
              </a:ext>
            </a:extLst>
          </p:cNvPr>
          <p:cNvSpPr txBox="1"/>
          <p:nvPr/>
        </p:nvSpPr>
        <p:spPr>
          <a:xfrm>
            <a:off x="3296126" y="4233396"/>
            <a:ext cx="5784543" cy="2419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link-layer protocol </a:t>
            </a:r>
            <a:r>
              <a:rPr lang="en-US" sz="2400" dirty="0">
                <a:solidFill>
                  <a:srgbClr val="0000A3"/>
                </a:solidFill>
              </a:rPr>
              <a:t>encapsulates</a:t>
            </a:r>
            <a:r>
              <a:rPr lang="en-US" sz="2400" dirty="0"/>
              <a:t> network datagram </a:t>
            </a:r>
            <a:r>
              <a:rPr lang="en-US" sz="2000" dirty="0"/>
              <a:t>[H</a:t>
            </a:r>
            <a:r>
              <a:rPr lang="en-US" sz="2000" baseline="-25000" dirty="0"/>
              <a:t>n</a:t>
            </a:r>
            <a:r>
              <a:rPr lang="en-US" sz="2000" dirty="0"/>
              <a:t>| [H</a:t>
            </a:r>
            <a:r>
              <a:rPr lang="en-US" sz="2000" baseline="-25000" dirty="0"/>
              <a:t>t</a:t>
            </a:r>
            <a:r>
              <a:rPr lang="en-US" sz="2000" dirty="0"/>
              <a:t> |M], </a:t>
            </a:r>
            <a:r>
              <a:rPr lang="en-US" sz="2400" dirty="0"/>
              <a:t>with link-layer header H</a:t>
            </a:r>
            <a:r>
              <a:rPr lang="en-US" sz="2400" baseline="-25000" dirty="0"/>
              <a:t>l </a:t>
            </a:r>
            <a:r>
              <a:rPr lang="en-US" sz="2400" dirty="0"/>
              <a:t> to create a link-layer </a:t>
            </a:r>
            <a:r>
              <a:rPr lang="en-US" sz="2400" dirty="0" smtClean="0">
                <a:solidFill>
                  <a:srgbClr val="C00000"/>
                </a:solidFill>
              </a:rPr>
              <a:t>frame</a:t>
            </a:r>
          </a:p>
          <a:p>
            <a:pPr marL="342900" indent="-342900">
              <a:lnSpc>
                <a:spcPct val="90000"/>
              </a:lnSpc>
              <a:buClr>
                <a:srgbClr val="0000A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C00000"/>
                </a:solidFill>
              </a:rPr>
              <a:t>Link layer </a:t>
            </a:r>
            <a:r>
              <a:rPr lang="en-US" sz="2400" dirty="0"/>
              <a:t>protocol transfers </a:t>
            </a:r>
            <a:r>
              <a:rPr lang="en-US" sz="2400" dirty="0" smtClean="0"/>
              <a:t>frame</a:t>
            </a:r>
          </a:p>
          <a:p>
            <a:pPr>
              <a:lnSpc>
                <a:spcPct val="90000"/>
              </a:lnSpc>
              <a:buClr>
                <a:srgbClr val="0000A3"/>
              </a:buClr>
            </a:pPr>
            <a:r>
              <a:rPr lang="en-US" sz="2400" dirty="0"/>
              <a:t> </a:t>
            </a:r>
            <a:r>
              <a:rPr lang="en-US" sz="2400" dirty="0" smtClean="0"/>
              <a:t>    [</a:t>
            </a:r>
            <a:r>
              <a:rPr lang="en-US" sz="2400" dirty="0">
                <a:solidFill>
                  <a:prstClr val="black"/>
                </a:solidFill>
              </a:rPr>
              <a:t>H</a:t>
            </a:r>
            <a:r>
              <a:rPr lang="en-US" sz="2400" baseline="-25000" dirty="0">
                <a:solidFill>
                  <a:prstClr val="black"/>
                </a:solidFill>
              </a:rPr>
              <a:t>l </a:t>
            </a:r>
            <a:r>
              <a:rPr lang="en-US" sz="2400" dirty="0"/>
              <a:t>|</a:t>
            </a:r>
            <a:r>
              <a:rPr lang="en-US" sz="2400" dirty="0" smtClean="0"/>
              <a:t>H</a:t>
            </a:r>
            <a:r>
              <a:rPr lang="en-US" sz="2400" baseline="-25000" dirty="0" smtClean="0"/>
              <a:t>n</a:t>
            </a:r>
            <a:r>
              <a:rPr lang="en-US" sz="2400" dirty="0"/>
              <a:t>| [H</a:t>
            </a:r>
            <a:r>
              <a:rPr lang="en-US" sz="2400" baseline="-25000" dirty="0"/>
              <a:t>t</a:t>
            </a:r>
            <a:r>
              <a:rPr lang="en-US" sz="2400" dirty="0"/>
              <a:t> |M] from </a:t>
            </a:r>
            <a:r>
              <a:rPr lang="en-US" sz="2400" i="1" dirty="0"/>
              <a:t>host </a:t>
            </a:r>
            <a:r>
              <a:rPr lang="en-US" sz="2400" dirty="0"/>
              <a:t>to </a:t>
            </a:r>
            <a:r>
              <a:rPr lang="en-US" sz="2400" dirty="0" smtClean="0"/>
              <a:t>neighboring</a:t>
            </a:r>
          </a:p>
          <a:p>
            <a:pPr>
              <a:lnSpc>
                <a:spcPct val="90000"/>
              </a:lnSpc>
              <a:buClr>
                <a:srgbClr val="0000A3"/>
              </a:buClr>
            </a:pPr>
            <a:r>
              <a:rPr lang="en-US" sz="2400" dirty="0"/>
              <a:t> </a:t>
            </a:r>
            <a:r>
              <a:rPr lang="en-US" sz="2400" dirty="0" smtClean="0"/>
              <a:t>    host</a:t>
            </a:r>
            <a:r>
              <a:rPr lang="en-US" sz="2400" dirty="0"/>
              <a:t>, using </a:t>
            </a:r>
            <a:r>
              <a:rPr lang="en-US" sz="2400" dirty="0" smtClean="0"/>
              <a:t>physical-layer</a:t>
            </a:r>
            <a:endParaRPr lang="en-US" sz="2400" dirty="0"/>
          </a:p>
          <a:p>
            <a:pPr marL="295275" indent="-295275">
              <a:lnSpc>
                <a:spcPct val="90000"/>
              </a:lnSpc>
              <a:buClr>
                <a:srgbClr val="0000A3"/>
              </a:buClr>
              <a:buFont typeface="Wingdings" pitchFamily="2" charset="2"/>
              <a:buChar char="§"/>
            </a:pPr>
            <a:endParaRPr lang="en-US" sz="2400" dirty="0">
              <a:solidFill>
                <a:srgbClr val="C00000"/>
              </a:solidFill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BD0C4974-D689-414F-A2EB-9B1043F3314D}"/>
              </a:ext>
            </a:extLst>
          </p:cNvPr>
          <p:cNvGrpSpPr/>
          <p:nvPr/>
        </p:nvGrpSpPr>
        <p:grpSpPr>
          <a:xfrm>
            <a:off x="1334125" y="1421667"/>
            <a:ext cx="1765726" cy="4034752"/>
            <a:chOff x="1484027" y="1706480"/>
            <a:chExt cx="1765726" cy="4034752"/>
          </a:xfrm>
        </p:grpSpPr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ED8D52E4-C345-B842-A2E7-C8068B8E5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A5089E2D-0B1B-544A-82BC-F28ED3191A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B3EBBB35-9D82-7C43-B882-52ED90AE3A71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2EA7353-AEFA-934F-93DE-A8D55DF75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40242E3-3BEB-D543-B881-84EB2D13BD66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DC27D746-0691-6F47-9E9D-1D63DF11D081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7" name="Group 950">
            <a:extLst>
              <a:ext uri="{FF2B5EF4-FFF2-40B4-BE49-F238E27FC236}">
                <a16:creationId xmlns:a16="http://schemas.microsoft.com/office/drawing/2014/main" id="{044873AD-74A5-8A44-846B-EC5D0FBC82D7}"/>
              </a:ext>
            </a:extLst>
          </p:cNvPr>
          <p:cNvGrpSpPr>
            <a:grpSpLocks/>
          </p:cNvGrpSpPr>
          <p:nvPr/>
        </p:nvGrpSpPr>
        <p:grpSpPr bwMode="auto">
          <a:xfrm>
            <a:off x="11107713" y="4961744"/>
            <a:ext cx="374754" cy="833726"/>
            <a:chOff x="4140" y="429"/>
            <a:chExt cx="1425" cy="2396"/>
          </a:xfrm>
        </p:grpSpPr>
        <p:sp>
          <p:nvSpPr>
            <p:cNvPr id="168" name="Freeform 951">
              <a:extLst>
                <a:ext uri="{FF2B5EF4-FFF2-40B4-BE49-F238E27FC236}">
                  <a16:creationId xmlns:a16="http://schemas.microsoft.com/office/drawing/2014/main" id="{EEDE4156-8281-D847-9240-9DE989990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" name="Rectangle 952">
              <a:extLst>
                <a:ext uri="{FF2B5EF4-FFF2-40B4-BE49-F238E27FC236}">
                  <a16:creationId xmlns:a16="http://schemas.microsoft.com/office/drawing/2014/main" id="{22E8340D-B5D1-3C48-A062-4F70248D1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0" name="Freeform 953">
              <a:extLst>
                <a:ext uri="{FF2B5EF4-FFF2-40B4-BE49-F238E27FC236}">
                  <a16:creationId xmlns:a16="http://schemas.microsoft.com/office/drawing/2014/main" id="{29109B86-1ABF-F647-8516-2AAE154A9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" name="Freeform 954">
              <a:extLst>
                <a:ext uri="{FF2B5EF4-FFF2-40B4-BE49-F238E27FC236}">
                  <a16:creationId xmlns:a16="http://schemas.microsoft.com/office/drawing/2014/main" id="{9F93569F-8FC8-7C4E-9F95-B14647D2D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Rectangle 955">
              <a:extLst>
                <a:ext uri="{FF2B5EF4-FFF2-40B4-BE49-F238E27FC236}">
                  <a16:creationId xmlns:a16="http://schemas.microsoft.com/office/drawing/2014/main" id="{8E5BC3B8-E87D-9F47-A6F6-AD8B57BC2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3" name="Group 956">
              <a:extLst>
                <a:ext uri="{FF2B5EF4-FFF2-40B4-BE49-F238E27FC236}">
                  <a16:creationId xmlns:a16="http://schemas.microsoft.com/office/drawing/2014/main" id="{1694DE96-689D-9540-964A-22F06F6D9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98" name="AutoShape 957">
                <a:extLst>
                  <a:ext uri="{FF2B5EF4-FFF2-40B4-BE49-F238E27FC236}">
                    <a16:creationId xmlns:a16="http://schemas.microsoft.com/office/drawing/2014/main" id="{435DFCEB-F2FD-7B44-93DA-9204E2E31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9" name="AutoShape 958">
                <a:extLst>
                  <a:ext uri="{FF2B5EF4-FFF2-40B4-BE49-F238E27FC236}">
                    <a16:creationId xmlns:a16="http://schemas.microsoft.com/office/drawing/2014/main" id="{521647D7-4114-1146-9C5A-F1DB4FEC8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" name="Rectangle 959">
              <a:extLst>
                <a:ext uri="{FF2B5EF4-FFF2-40B4-BE49-F238E27FC236}">
                  <a16:creationId xmlns:a16="http://schemas.microsoft.com/office/drawing/2014/main" id="{3A0D9FD6-DBAC-4B49-A55F-167642D66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5" name="Group 960">
              <a:extLst>
                <a:ext uri="{FF2B5EF4-FFF2-40B4-BE49-F238E27FC236}">
                  <a16:creationId xmlns:a16="http://schemas.microsoft.com/office/drawing/2014/main" id="{3CFA0950-BC76-3949-8726-38646B18FD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96" name="AutoShape 961">
                <a:extLst>
                  <a:ext uri="{FF2B5EF4-FFF2-40B4-BE49-F238E27FC236}">
                    <a16:creationId xmlns:a16="http://schemas.microsoft.com/office/drawing/2014/main" id="{67127BA7-9D0A-2443-9190-C56C02906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7" name="AutoShape 962">
                <a:extLst>
                  <a:ext uri="{FF2B5EF4-FFF2-40B4-BE49-F238E27FC236}">
                    <a16:creationId xmlns:a16="http://schemas.microsoft.com/office/drawing/2014/main" id="{2C9F8790-3076-4541-A56A-E9305DCB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6" name="Rectangle 963">
              <a:extLst>
                <a:ext uri="{FF2B5EF4-FFF2-40B4-BE49-F238E27FC236}">
                  <a16:creationId xmlns:a16="http://schemas.microsoft.com/office/drawing/2014/main" id="{4DE6A147-5BC7-FF41-B7AC-2BA9913BB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77" name="Rectangle 964">
              <a:extLst>
                <a:ext uri="{FF2B5EF4-FFF2-40B4-BE49-F238E27FC236}">
                  <a16:creationId xmlns:a16="http://schemas.microsoft.com/office/drawing/2014/main" id="{53ECF0A1-6175-BE45-A32A-233E1942C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178" name="Group 965">
              <a:extLst>
                <a:ext uri="{FF2B5EF4-FFF2-40B4-BE49-F238E27FC236}">
                  <a16:creationId xmlns:a16="http://schemas.microsoft.com/office/drawing/2014/main" id="{16810F93-1596-884B-B639-A3868A5CD4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94" name="AutoShape 966">
                <a:extLst>
                  <a:ext uri="{FF2B5EF4-FFF2-40B4-BE49-F238E27FC236}">
                    <a16:creationId xmlns:a16="http://schemas.microsoft.com/office/drawing/2014/main" id="{84EC0348-3D46-9445-B43C-6DC8DB392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5" name="AutoShape 967">
                <a:extLst>
                  <a:ext uri="{FF2B5EF4-FFF2-40B4-BE49-F238E27FC236}">
                    <a16:creationId xmlns:a16="http://schemas.microsoft.com/office/drawing/2014/main" id="{23A1F6B3-9F2D-5E41-8602-67921ABB1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9" name="Freeform 968">
              <a:extLst>
                <a:ext uri="{FF2B5EF4-FFF2-40B4-BE49-F238E27FC236}">
                  <a16:creationId xmlns:a16="http://schemas.microsoft.com/office/drawing/2014/main" id="{8FD6AEB5-BE60-044C-B32D-B433B7400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Group 969">
              <a:extLst>
                <a:ext uri="{FF2B5EF4-FFF2-40B4-BE49-F238E27FC236}">
                  <a16:creationId xmlns:a16="http://schemas.microsoft.com/office/drawing/2014/main" id="{30895737-AC01-6342-BADB-B3B3BFE7FC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2" name="AutoShape 970">
                <a:extLst>
                  <a:ext uri="{FF2B5EF4-FFF2-40B4-BE49-F238E27FC236}">
                    <a16:creationId xmlns:a16="http://schemas.microsoft.com/office/drawing/2014/main" id="{2D690E63-3733-8E4E-B8F8-19245FF7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93" name="AutoShape 971">
                <a:extLst>
                  <a:ext uri="{FF2B5EF4-FFF2-40B4-BE49-F238E27FC236}">
                    <a16:creationId xmlns:a16="http://schemas.microsoft.com/office/drawing/2014/main" id="{9CE827B0-221F-ED4A-A36B-E1EEFE27B7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1" name="Rectangle 972">
              <a:extLst>
                <a:ext uri="{FF2B5EF4-FFF2-40B4-BE49-F238E27FC236}">
                  <a16:creationId xmlns:a16="http://schemas.microsoft.com/office/drawing/2014/main" id="{6DA44079-B2D7-9244-A5E0-9DF13556E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2" name="Freeform 973">
              <a:extLst>
                <a:ext uri="{FF2B5EF4-FFF2-40B4-BE49-F238E27FC236}">
                  <a16:creationId xmlns:a16="http://schemas.microsoft.com/office/drawing/2014/main" id="{E808BD44-A307-394D-8965-070EF3F86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" name="Freeform 974">
              <a:extLst>
                <a:ext uri="{FF2B5EF4-FFF2-40B4-BE49-F238E27FC236}">
                  <a16:creationId xmlns:a16="http://schemas.microsoft.com/office/drawing/2014/main" id="{327FF4BF-3914-2143-83C7-C816B3E0A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" name="Oval 975">
              <a:extLst>
                <a:ext uri="{FF2B5EF4-FFF2-40B4-BE49-F238E27FC236}">
                  <a16:creationId xmlns:a16="http://schemas.microsoft.com/office/drawing/2014/main" id="{09C51570-A4D3-D24C-A492-3811DD957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5" name="Freeform 976">
              <a:extLst>
                <a:ext uri="{FF2B5EF4-FFF2-40B4-BE49-F238E27FC236}">
                  <a16:creationId xmlns:a16="http://schemas.microsoft.com/office/drawing/2014/main" id="{BC2853B5-A39B-5A40-97DF-5ADB47122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" name="AutoShape 977">
              <a:extLst>
                <a:ext uri="{FF2B5EF4-FFF2-40B4-BE49-F238E27FC236}">
                  <a16:creationId xmlns:a16="http://schemas.microsoft.com/office/drawing/2014/main" id="{7928EDBA-57E1-B441-B1AF-CC0D62B2B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7" name="AutoShape 978">
              <a:extLst>
                <a:ext uri="{FF2B5EF4-FFF2-40B4-BE49-F238E27FC236}">
                  <a16:creationId xmlns:a16="http://schemas.microsoft.com/office/drawing/2014/main" id="{CC70E1A7-AAEC-6440-86AC-73ECE22D7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8" name="Oval 979">
              <a:extLst>
                <a:ext uri="{FF2B5EF4-FFF2-40B4-BE49-F238E27FC236}">
                  <a16:creationId xmlns:a16="http://schemas.microsoft.com/office/drawing/2014/main" id="{2F7E7C91-0257-D84D-8AD1-4A152C818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9" name="Oval 980">
              <a:extLst>
                <a:ext uri="{FF2B5EF4-FFF2-40B4-BE49-F238E27FC236}">
                  <a16:creationId xmlns:a16="http://schemas.microsoft.com/office/drawing/2014/main" id="{6AE127C2-D583-E74D-8B39-05EEBEBE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0" name="Oval 981">
              <a:extLst>
                <a:ext uri="{FF2B5EF4-FFF2-40B4-BE49-F238E27FC236}">
                  <a16:creationId xmlns:a16="http://schemas.microsoft.com/office/drawing/2014/main" id="{0EDFA963-70E6-2E42-AAFE-E2F9BD64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1" name="Rectangle 982">
              <a:extLst>
                <a:ext uri="{FF2B5EF4-FFF2-40B4-BE49-F238E27FC236}">
                  <a16:creationId xmlns:a16="http://schemas.microsoft.com/office/drawing/2014/main" id="{27A6382E-A13F-A248-84BF-E9DBD71EE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06" name="Text Box 8">
            <a:extLst>
              <a:ext uri="{FF2B5EF4-FFF2-40B4-BE49-F238E27FC236}">
                <a16:creationId xmlns:a16="http://schemas.microsoft.com/office/drawing/2014/main" id="{6066254D-E62E-B446-8950-17FDF2A18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16734" y="5716780"/>
            <a:ext cx="16754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i="1" dirty="0">
                <a:solidFill>
                  <a:srgbClr val="000099"/>
                </a:solidFill>
                <a:latin typeface="Arial" panose="020B0604020202020204" pitchFamily="34" charset="0"/>
              </a:rPr>
              <a:t>destination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BA8D23A-DF12-2443-9B89-890BD7CDB6B8}"/>
              </a:ext>
            </a:extLst>
          </p:cNvPr>
          <p:cNvGrpSpPr/>
          <p:nvPr/>
        </p:nvGrpSpPr>
        <p:grpSpPr>
          <a:xfrm>
            <a:off x="3254290" y="1489592"/>
            <a:ext cx="5651292" cy="389744"/>
            <a:chOff x="3270354" y="1798823"/>
            <a:chExt cx="5651292" cy="389744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6A2E93-F723-6741-8FBC-288F6B0B758B}"/>
                </a:ext>
              </a:extLst>
            </p:cNvPr>
            <p:cNvCxnSpPr>
              <a:cxnSpLocks/>
            </p:cNvCxnSpPr>
            <p:nvPr/>
          </p:nvCxnSpPr>
          <p:spPr>
            <a:xfrm>
              <a:off x="3270354" y="1993691"/>
              <a:ext cx="56512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0C90201-2355-084F-A843-B545A899D6FE}"/>
                </a:ext>
              </a:extLst>
            </p:cNvPr>
            <p:cNvSpPr/>
            <p:nvPr/>
          </p:nvSpPr>
          <p:spPr>
            <a:xfrm>
              <a:off x="5878639" y="1798823"/>
              <a:ext cx="674558" cy="3897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6" name="Group 175">
              <a:extLst>
                <a:ext uri="{FF2B5EF4-FFF2-40B4-BE49-F238E27FC236}">
                  <a16:creationId xmlns:a16="http://schemas.microsoft.com/office/drawing/2014/main" id="{AC026B9A-C8C6-C045-8CBD-B9022027FF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3468" y="1857555"/>
              <a:ext cx="679450" cy="301625"/>
              <a:chOff x="780" y="1553"/>
              <a:chExt cx="428" cy="190"/>
            </a:xfrm>
          </p:grpSpPr>
          <p:sp>
            <p:nvSpPr>
              <p:cNvPr id="97" name="Rectangle 176">
                <a:extLst>
                  <a:ext uri="{FF2B5EF4-FFF2-40B4-BE49-F238E27FC236}">
                    <a16:creationId xmlns:a16="http://schemas.microsoft.com/office/drawing/2014/main" id="{10F5A1DA-0939-D34B-B227-29AA407BC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98" name="Rectangle 177">
                <a:extLst>
                  <a:ext uri="{FF2B5EF4-FFF2-40B4-BE49-F238E27FC236}">
                    <a16:creationId xmlns:a16="http://schemas.microsoft.com/office/drawing/2014/main" id="{2086AF53-43CC-814A-BA4C-260362990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94888FAE-136F-094E-BF2A-11D94A17BB7F}"/>
              </a:ext>
            </a:extLst>
          </p:cNvPr>
          <p:cNvGrpSpPr/>
          <p:nvPr/>
        </p:nvGrpSpPr>
        <p:grpSpPr>
          <a:xfrm>
            <a:off x="9221450" y="1413548"/>
            <a:ext cx="1765726" cy="4034752"/>
            <a:chOff x="1484027" y="1706480"/>
            <a:chExt cx="1765726" cy="4034752"/>
          </a:xfrm>
        </p:grpSpPr>
        <p:sp>
          <p:nvSpPr>
            <p:cNvPr id="214" name="Rectangle 24">
              <a:extLst>
                <a:ext uri="{FF2B5EF4-FFF2-40B4-BE49-F238E27FC236}">
                  <a16:creationId xmlns:a16="http://schemas.microsoft.com/office/drawing/2014/main" id="{FA7A7264-CB0E-4442-BA92-F16F6E6E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997" y="1870247"/>
              <a:ext cx="1648917" cy="387098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blurRad="76200" dist="38100" dir="18900000" sx="101000" sy="101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5" name="Text Box 26">
              <a:extLst>
                <a:ext uri="{FF2B5EF4-FFF2-40B4-BE49-F238E27FC236}">
                  <a16:creationId xmlns:a16="http://schemas.microsoft.com/office/drawing/2014/main" id="{D54F6320-1E23-E649-BFED-E007672E7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4027" y="1706480"/>
              <a:ext cx="1765726" cy="40330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application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2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MS PGothic" panose="020B0600070205080204" pitchFamily="34" charset="-128"/>
                  <a:cs typeface="Arial" panose="020B0604020202020204" pitchFamily="34" charset="0"/>
                </a:rPr>
                <a:t>physical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F2C66BF-55D8-0549-A9DA-934202F38DD5}"/>
                </a:ext>
              </a:extLst>
            </p:cNvPr>
            <p:cNvCxnSpPr>
              <a:cxnSpLocks/>
            </p:cNvCxnSpPr>
            <p:nvPr/>
          </p:nvCxnSpPr>
          <p:spPr>
            <a:xfrm>
              <a:off x="1534432" y="2675745"/>
              <a:ext cx="16434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CA370408-C974-CD4A-8EF6-0AEC3924D4ED}"/>
                </a:ext>
              </a:extLst>
            </p:cNvPr>
            <p:cNvCxnSpPr>
              <a:cxnSpLocks/>
            </p:cNvCxnSpPr>
            <p:nvPr/>
          </p:nvCxnSpPr>
          <p:spPr>
            <a:xfrm>
              <a:off x="1506952" y="3472722"/>
              <a:ext cx="16559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A7BF2B3-45B8-414A-8B63-2480CF8FA11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450" y="4209737"/>
              <a:ext cx="166846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9A1FEA61-81C7-C449-880B-15A8ACAF5500}"/>
                </a:ext>
              </a:extLst>
            </p:cNvPr>
            <p:cNvCxnSpPr>
              <a:cxnSpLocks/>
            </p:cNvCxnSpPr>
            <p:nvPr/>
          </p:nvCxnSpPr>
          <p:spPr>
            <a:xfrm>
              <a:off x="1511947" y="4991726"/>
              <a:ext cx="16509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1705D36-44EB-7144-ADDD-2BCA5A49E36C}"/>
              </a:ext>
            </a:extLst>
          </p:cNvPr>
          <p:cNvCxnSpPr>
            <a:cxnSpLocks/>
          </p:cNvCxnSpPr>
          <p:nvPr/>
        </p:nvCxnSpPr>
        <p:spPr>
          <a:xfrm>
            <a:off x="3211642" y="3542677"/>
            <a:ext cx="565129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664C90AC-8D4A-5646-A57F-0F37EE375E51}"/>
              </a:ext>
            </a:extLst>
          </p:cNvPr>
          <p:cNvSpPr/>
          <p:nvPr/>
        </p:nvSpPr>
        <p:spPr>
          <a:xfrm>
            <a:off x="5356172" y="3319499"/>
            <a:ext cx="1210365" cy="389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0013B-973D-F145-BC62-E1EB59B2D1F7}"/>
              </a:ext>
            </a:extLst>
          </p:cNvPr>
          <p:cNvGrpSpPr/>
          <p:nvPr/>
        </p:nvGrpSpPr>
        <p:grpSpPr>
          <a:xfrm>
            <a:off x="5418625" y="3360607"/>
            <a:ext cx="1058375" cy="307296"/>
            <a:chOff x="5509436" y="3287899"/>
            <a:chExt cx="1058375" cy="307296"/>
          </a:xfrm>
        </p:grpSpPr>
        <p:grpSp>
          <p:nvGrpSpPr>
            <p:cNvPr id="83" name="Group 182">
              <a:extLst>
                <a:ext uri="{FF2B5EF4-FFF2-40B4-BE49-F238E27FC236}">
                  <a16:creationId xmlns:a16="http://schemas.microsoft.com/office/drawing/2014/main" id="{92B476DA-1332-E245-A063-5F18A8ED56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84" name="Rectangle 183">
                <a:extLst>
                  <a:ext uri="{FF2B5EF4-FFF2-40B4-BE49-F238E27FC236}">
                    <a16:creationId xmlns:a16="http://schemas.microsoft.com/office/drawing/2014/main" id="{35A3A0E8-5840-8E42-ADE8-7EB044576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85" name="Rectangle 184">
                <a:extLst>
                  <a:ext uri="{FF2B5EF4-FFF2-40B4-BE49-F238E27FC236}">
                    <a16:creationId xmlns:a16="http://schemas.microsoft.com/office/drawing/2014/main" id="{55600375-23A3-CD4E-BBD9-EE07BA4AED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sp>
          <p:nvSpPr>
            <p:cNvPr id="87" name="Rectangle 181">
              <a:extLst>
                <a:ext uri="{FF2B5EF4-FFF2-40B4-BE49-F238E27FC236}">
                  <a16:creationId xmlns:a16="http://schemas.microsoft.com/office/drawing/2014/main" id="{51F428BA-8794-2B46-B109-1D511F62E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88" name="Rectangle 181">
              <a:extLst>
                <a:ext uri="{FF2B5EF4-FFF2-40B4-BE49-F238E27FC236}">
                  <a16:creationId xmlns:a16="http://schemas.microsoft.com/office/drawing/2014/main" id="{E5D95958-8C54-6242-A3B1-968E6AC62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E213470-EFFE-1143-AE70-3E6F1DF5204B}"/>
                </a:ext>
              </a:extLst>
            </p:cNvPr>
            <p:cNvCxnSpPr>
              <a:cxnSpLocks/>
            </p:cNvCxnSpPr>
            <p:nvPr/>
          </p:nvCxnSpPr>
          <p:spPr>
            <a:xfrm>
              <a:off x="6076877" y="3322145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B823437-9FDA-D44D-8E28-4933018C3600}"/>
                </a:ext>
              </a:extLst>
            </p:cNvPr>
            <p:cNvCxnSpPr/>
            <p:nvPr/>
          </p:nvCxnSpPr>
          <p:spPr>
            <a:xfrm>
              <a:off x="5796378" y="3320433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91A965C-D49C-304E-9BCB-5B5079C4AD83}"/>
              </a:ext>
            </a:extLst>
          </p:cNvPr>
          <p:cNvGrpSpPr/>
          <p:nvPr/>
        </p:nvGrpSpPr>
        <p:grpSpPr>
          <a:xfrm>
            <a:off x="3211642" y="3911953"/>
            <a:ext cx="5651292" cy="374226"/>
            <a:chOff x="3226725" y="4169060"/>
            <a:chExt cx="5651292" cy="374226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BFA270B-F048-734C-8D17-9C3EE129B47D}"/>
                </a:ext>
              </a:extLst>
            </p:cNvPr>
            <p:cNvCxnSpPr>
              <a:cxnSpLocks/>
            </p:cNvCxnSpPr>
            <p:nvPr/>
          </p:nvCxnSpPr>
          <p:spPr>
            <a:xfrm>
              <a:off x="3226725" y="4376720"/>
              <a:ext cx="565129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08143C4-E722-4448-8DC9-B6DF8B0D299E}"/>
                </a:ext>
              </a:extLst>
            </p:cNvPr>
            <p:cNvGrpSpPr/>
            <p:nvPr/>
          </p:nvGrpSpPr>
          <p:grpSpPr>
            <a:xfrm>
              <a:off x="5062983" y="4169060"/>
              <a:ext cx="1518637" cy="374226"/>
              <a:chOff x="5062983" y="4252185"/>
              <a:chExt cx="1518637" cy="374226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76785350-92B7-9949-A608-9FBFA3760ED8}"/>
                  </a:ext>
                </a:extLst>
              </p:cNvPr>
              <p:cNvSpPr/>
              <p:nvPr/>
            </p:nvSpPr>
            <p:spPr>
              <a:xfrm>
                <a:off x="5062983" y="4252185"/>
                <a:ext cx="1518637" cy="3742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2" name="Group 182">
                <a:extLst>
                  <a:ext uri="{FF2B5EF4-FFF2-40B4-BE49-F238E27FC236}">
                    <a16:creationId xmlns:a16="http://schemas.microsoft.com/office/drawing/2014/main" id="{45CD0A72-C88E-6047-BB5F-DD34C8006C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294" y="4283446"/>
                <a:ext cx="1347789" cy="301625"/>
                <a:chOff x="286" y="1531"/>
                <a:chExt cx="849" cy="190"/>
              </a:xfrm>
            </p:grpSpPr>
            <p:sp>
              <p:nvSpPr>
                <p:cNvPr id="100" name="Rectangle 183">
                  <a:extLst>
                    <a:ext uri="{FF2B5EF4-FFF2-40B4-BE49-F238E27FC236}">
                      <a16:creationId xmlns:a16="http://schemas.microsoft.com/office/drawing/2014/main" id="{C0F4519B-22A6-8C43-B106-B86515EA92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6" y="1549"/>
                  <a:ext cx="849" cy="16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Rectangle 184">
                  <a:extLst>
                    <a:ext uri="{FF2B5EF4-FFF2-40B4-BE49-F238E27FC236}">
                      <a16:creationId xmlns:a16="http://schemas.microsoft.com/office/drawing/2014/main" id="{4A672F36-49EC-D34C-A30D-BFF6136048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3" y="1531"/>
                  <a:ext cx="239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S PGothic" panose="020B0600070205080204" pitchFamily="34" charset="-128"/>
                      <a:cs typeface="Arial" panose="020B0604020202020204" pitchFamily="34" charset="0"/>
                    </a:rPr>
                    <a:t>M</a:t>
                  </a:r>
                </a:p>
              </p:txBody>
            </p:sp>
          </p:grpSp>
          <p:sp>
            <p:nvSpPr>
              <p:cNvPr id="93" name="Rectangle 181">
                <a:extLst>
                  <a:ext uri="{FF2B5EF4-FFF2-40B4-BE49-F238E27FC236}">
                    <a16:creationId xmlns:a16="http://schemas.microsoft.com/office/drawing/2014/main" id="{9CB56124-BE22-4744-B402-647CD871D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6012" y="4295113"/>
                <a:ext cx="296863" cy="261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94" name="Rectangle 181">
                <a:extLst>
                  <a:ext uri="{FF2B5EF4-FFF2-40B4-BE49-F238E27FC236}">
                    <a16:creationId xmlns:a16="http://schemas.microsoft.com/office/drawing/2014/main" id="{FB07F637-8B3F-9948-AA28-F1F413F8F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33708" y="4277775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n</a:t>
                </a:r>
              </a:p>
            </p:txBody>
          </p: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42006C5A-8B94-0C44-BBC3-909EA572E0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1149" y="4312021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21F5BD4-1F06-964B-8B36-F5192E01256C}"/>
                  </a:ext>
                </a:extLst>
              </p:cNvPr>
              <p:cNvCxnSpPr/>
              <p:nvPr/>
            </p:nvCxnSpPr>
            <p:spPr>
              <a:xfrm>
                <a:off x="5720650" y="4310309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Rectangle 181">
                <a:extLst>
                  <a:ext uri="{FF2B5EF4-FFF2-40B4-BE49-F238E27FC236}">
                    <a16:creationId xmlns:a16="http://schemas.microsoft.com/office/drawing/2014/main" id="{C22AEA05-2A3E-8F46-BCF2-9FE184FF0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9178" y="4281528"/>
                <a:ext cx="296863" cy="292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l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7CD4AFB-B9ED-7843-B804-83029ED5054D}"/>
                  </a:ext>
                </a:extLst>
              </p:cNvPr>
              <p:cNvCxnSpPr/>
              <p:nvPr/>
            </p:nvCxnSpPr>
            <p:spPr>
              <a:xfrm>
                <a:off x="5418102" y="4309558"/>
                <a:ext cx="0" cy="25717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4CD79AB-EFE6-E14B-878A-669E9C4D9042}"/>
              </a:ext>
            </a:extLst>
          </p:cNvPr>
          <p:cNvCxnSpPr>
            <a:cxnSpLocks/>
          </p:cNvCxnSpPr>
          <p:nvPr/>
        </p:nvCxnSpPr>
        <p:spPr>
          <a:xfrm>
            <a:off x="3594027" y="-1079199"/>
            <a:ext cx="565129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71C9FED-2DA1-3A44-B6FE-2B1DAB7A3D60}"/>
              </a:ext>
            </a:extLst>
          </p:cNvPr>
          <p:cNvSpPr/>
          <p:nvPr/>
        </p:nvSpPr>
        <p:spPr>
          <a:xfrm>
            <a:off x="5738557" y="-1302377"/>
            <a:ext cx="1210365" cy="389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AA69BF9-270A-F443-A92C-84A46DE35441}"/>
              </a:ext>
            </a:extLst>
          </p:cNvPr>
          <p:cNvGrpSpPr/>
          <p:nvPr/>
        </p:nvGrpSpPr>
        <p:grpSpPr>
          <a:xfrm>
            <a:off x="5801010" y="-1261269"/>
            <a:ext cx="1058375" cy="307296"/>
            <a:chOff x="5509436" y="3287899"/>
            <a:chExt cx="1058375" cy="307296"/>
          </a:xfrm>
        </p:grpSpPr>
        <p:grpSp>
          <p:nvGrpSpPr>
            <p:cNvPr id="110" name="Group 182">
              <a:extLst>
                <a:ext uri="{FF2B5EF4-FFF2-40B4-BE49-F238E27FC236}">
                  <a16:creationId xmlns:a16="http://schemas.microsoft.com/office/drawing/2014/main" id="{15D5F71B-2CF5-DE43-94EF-784236E59E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0535" y="3293570"/>
              <a:ext cx="1057276" cy="301625"/>
              <a:chOff x="469" y="1531"/>
              <a:chExt cx="666" cy="190"/>
            </a:xfrm>
          </p:grpSpPr>
          <p:sp>
            <p:nvSpPr>
              <p:cNvPr id="116" name="Rectangle 183">
                <a:extLst>
                  <a:ext uri="{FF2B5EF4-FFF2-40B4-BE49-F238E27FC236}">
                    <a16:creationId xmlns:a16="http://schemas.microsoft.com/office/drawing/2014/main" id="{A054BB4B-B69C-D14C-8F5B-5BEEEDE8D7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" y="1549"/>
                <a:ext cx="666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18" name="Rectangle 184">
                <a:extLst>
                  <a:ext uri="{FF2B5EF4-FFF2-40B4-BE49-F238E27FC236}">
                    <a16:creationId xmlns:a16="http://schemas.microsoft.com/office/drawing/2014/main" id="{2025D776-034C-8D48-A4B6-FF664F22F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" y="1531"/>
                <a:ext cx="239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  <p:sp>
          <p:nvSpPr>
            <p:cNvPr id="111" name="Rectangle 181">
              <a:extLst>
                <a:ext uri="{FF2B5EF4-FFF2-40B4-BE49-F238E27FC236}">
                  <a16:creationId xmlns:a16="http://schemas.microsoft.com/office/drawing/2014/main" id="{D06D048B-900E-8F4D-8A64-20DA16D1F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1740" y="3305237"/>
              <a:ext cx="296863" cy="26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13" name="Rectangle 181">
              <a:extLst>
                <a:ext uri="{FF2B5EF4-FFF2-40B4-BE49-F238E27FC236}">
                  <a16:creationId xmlns:a16="http://schemas.microsoft.com/office/drawing/2014/main" id="{580EB15C-4763-334C-B100-4D66978CB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9436" y="3287899"/>
              <a:ext cx="296863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48100A0-01D0-7A4A-8CBD-6A4D5B9F1842}"/>
                </a:ext>
              </a:extLst>
            </p:cNvPr>
            <p:cNvCxnSpPr>
              <a:cxnSpLocks/>
            </p:cNvCxnSpPr>
            <p:nvPr/>
          </p:nvCxnSpPr>
          <p:spPr>
            <a:xfrm>
              <a:off x="6076877" y="3322145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5FE4795-7D19-DF46-88AF-179D04B18878}"/>
                </a:ext>
              </a:extLst>
            </p:cNvPr>
            <p:cNvCxnSpPr/>
            <p:nvPr/>
          </p:nvCxnSpPr>
          <p:spPr>
            <a:xfrm>
              <a:off x="5796378" y="3320433"/>
              <a:ext cx="0" cy="25717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289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Freeform 99">
            <a:extLst>
              <a:ext uri="{FF2B5EF4-FFF2-40B4-BE49-F238E27FC236}">
                <a16:creationId xmlns:a16="http://schemas.microsoft.com/office/drawing/2014/main" id="{3E758716-A071-4141-B9BA-7927A5BFBD94}"/>
              </a:ext>
            </a:extLst>
          </p:cNvPr>
          <p:cNvSpPr>
            <a:spLocks/>
          </p:cNvSpPr>
          <p:nvPr/>
        </p:nvSpPr>
        <p:spPr bwMode="auto">
          <a:xfrm>
            <a:off x="8197855" y="4478480"/>
            <a:ext cx="454072" cy="992421"/>
          </a:xfrm>
          <a:custGeom>
            <a:avLst/>
            <a:gdLst>
              <a:gd name="T0" fmla="*/ 2147483646 w 413"/>
              <a:gd name="T1" fmla="*/ 2147483646 h 715"/>
              <a:gd name="T2" fmla="*/ 2147483646 w 413"/>
              <a:gd name="T3" fmla="*/ 0 h 715"/>
              <a:gd name="T4" fmla="*/ 0 w 413"/>
              <a:gd name="T5" fmla="*/ 2147483646 h 715"/>
              <a:gd name="T6" fmla="*/ 2147483646 w 413"/>
              <a:gd name="T7" fmla="*/ 2147483646 h 715"/>
              <a:gd name="T8" fmla="*/ 2147483646 w 413"/>
              <a:gd name="T9" fmla="*/ 2147483646 h 7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3"/>
              <a:gd name="T16" fmla="*/ 0 h 715"/>
              <a:gd name="T17" fmla="*/ 413 w 413"/>
              <a:gd name="T18" fmla="*/ 715 h 715"/>
              <a:gd name="connsiteX0" fmla="*/ 10000 w 10000"/>
              <a:gd name="connsiteY0" fmla="*/ 7972 h 8825"/>
              <a:gd name="connsiteX1" fmla="*/ 218 w 10000"/>
              <a:gd name="connsiteY1" fmla="*/ 0 h 8825"/>
              <a:gd name="connsiteX2" fmla="*/ 0 w 10000"/>
              <a:gd name="connsiteY2" fmla="*/ 8448 h 8825"/>
              <a:gd name="connsiteX3" fmla="*/ 7224 w 10000"/>
              <a:gd name="connsiteY3" fmla="*/ 8825 h 8825"/>
              <a:gd name="connsiteX4" fmla="*/ 10000 w 10000"/>
              <a:gd name="connsiteY4" fmla="*/ 7972 h 8825"/>
              <a:gd name="connsiteX0" fmla="*/ 6901 w 7224"/>
              <a:gd name="connsiteY0" fmla="*/ 7744 h 10000"/>
              <a:gd name="connsiteX1" fmla="*/ 218 w 7224"/>
              <a:gd name="connsiteY1" fmla="*/ 0 h 10000"/>
              <a:gd name="connsiteX2" fmla="*/ 0 w 7224"/>
              <a:gd name="connsiteY2" fmla="*/ 9573 h 10000"/>
              <a:gd name="connsiteX3" fmla="*/ 7224 w 7224"/>
              <a:gd name="connsiteY3" fmla="*/ 10000 h 10000"/>
              <a:gd name="connsiteX4" fmla="*/ 6901 w 7224"/>
              <a:gd name="connsiteY4" fmla="*/ 7744 h 10000"/>
              <a:gd name="connsiteX0" fmla="*/ 9553 w 9587"/>
              <a:gd name="connsiteY0" fmla="*/ 7744 h 9750"/>
              <a:gd name="connsiteX1" fmla="*/ 302 w 9587"/>
              <a:gd name="connsiteY1" fmla="*/ 0 h 9750"/>
              <a:gd name="connsiteX2" fmla="*/ 0 w 9587"/>
              <a:gd name="connsiteY2" fmla="*/ 9573 h 9750"/>
              <a:gd name="connsiteX3" fmla="*/ 9464 w 9587"/>
              <a:gd name="connsiteY3" fmla="*/ 9750 h 9750"/>
              <a:gd name="connsiteX4" fmla="*/ 9553 w 9587"/>
              <a:gd name="connsiteY4" fmla="*/ 7744 h 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7" h="9750">
                <a:moveTo>
                  <a:pt x="9553" y="7744"/>
                </a:moveTo>
                <a:lnTo>
                  <a:pt x="302" y="0"/>
                </a:lnTo>
                <a:cubicBezTo>
                  <a:pt x="201" y="3191"/>
                  <a:pt x="101" y="6382"/>
                  <a:pt x="0" y="9573"/>
                </a:cubicBezTo>
                <a:lnTo>
                  <a:pt x="9464" y="9750"/>
                </a:lnTo>
                <a:cubicBezTo>
                  <a:pt x="9314" y="8998"/>
                  <a:pt x="9702" y="8496"/>
                  <a:pt x="9553" y="7744"/>
                </a:cubicBez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DBEB0F95-AE9C-DA4D-9F9E-9C6AE4A652EE}"/>
              </a:ext>
            </a:extLst>
          </p:cNvPr>
          <p:cNvGrpSpPr/>
          <p:nvPr/>
        </p:nvGrpSpPr>
        <p:grpSpPr>
          <a:xfrm>
            <a:off x="8664583" y="4914060"/>
            <a:ext cx="958850" cy="476251"/>
            <a:chOff x="7493876" y="2774731"/>
            <a:chExt cx="1481958" cy="894622"/>
          </a:xfrm>
        </p:grpSpPr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6025F28A-8766-8949-96E6-DD0BD882AB2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DFA4B720-1D85-4E4A-A3DF-4E2D8BCABCA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DAD2409F-AAE1-4A47-A41C-4F8FC3073E0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C10106D6-70AD-294D-966C-B6530FB2C38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03C28B18-54E7-EB4E-A70A-2F3A019FD15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5090762B-1155-2347-B6D2-D77A21D74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F0881117-1317-CD49-B4BD-8B8A1E6EB2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32" name="Rectangle 90">
            <a:extLst>
              <a:ext uri="{FF2B5EF4-FFF2-40B4-BE49-F238E27FC236}">
                <a16:creationId xmlns:a16="http://schemas.microsoft.com/office/drawing/2014/main" id="{990C22D1-7679-CB44-8984-10C1D99DC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45" y="4489446"/>
            <a:ext cx="1273175" cy="9461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127000" dist="38100" dir="18900000" sx="103000" sy="103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4" name="Text Box 92">
            <a:extLst>
              <a:ext uri="{FF2B5EF4-FFF2-40B4-BE49-F238E27FC236}">
                <a16:creationId xmlns:a16="http://schemas.microsoft.com/office/drawing/2014/main" id="{1CB4056D-0AB4-094A-9E8C-7C63E13B1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2" y="4456108"/>
            <a:ext cx="1317625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144" name="Rectangle 24">
            <a:extLst>
              <a:ext uri="{FF2B5EF4-FFF2-40B4-BE49-F238E27FC236}">
                <a16:creationId xmlns:a16="http://schemas.microsoft.com/office/drawing/2014/main" id="{99237050-2EC8-FD44-B771-4FF0EAEAB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137" y="4865756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76200" dist="38100" dir="18900000" sx="101000" sy="101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45" name="Text Box 26">
            <a:extLst>
              <a:ext uri="{FF2B5EF4-FFF2-40B4-BE49-F238E27FC236}">
                <a16:creationId xmlns:a16="http://schemas.microsoft.com/office/drawing/2014/main" id="{BA4F849D-1AD2-9F4B-A8A6-5D9737C83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765" y="4821907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application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transport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146" name="Line 25">
            <a:extLst>
              <a:ext uri="{FF2B5EF4-FFF2-40B4-BE49-F238E27FC236}">
                <a16:creationId xmlns:a16="http://schemas.microsoft.com/office/drawing/2014/main" id="{A3F12762-BE2E-E244-ADD0-3F754C8AA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6136" y="518325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7" name="Line 27">
            <a:extLst>
              <a:ext uri="{FF2B5EF4-FFF2-40B4-BE49-F238E27FC236}">
                <a16:creationId xmlns:a16="http://schemas.microsoft.com/office/drawing/2014/main" id="{D9CB41BB-F2D8-B74D-BA63-C9D69DF8D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74" y="5503932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8" name="Line 28">
            <a:extLst>
              <a:ext uri="{FF2B5EF4-FFF2-40B4-BE49-F238E27FC236}">
                <a16:creationId xmlns:a16="http://schemas.microsoft.com/office/drawing/2014/main" id="{383571D9-51C3-9042-A891-980960CA3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836" y="578491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Line 29">
            <a:extLst>
              <a:ext uri="{FF2B5EF4-FFF2-40B4-BE49-F238E27FC236}">
                <a16:creationId xmlns:a16="http://schemas.microsoft.com/office/drawing/2014/main" id="{C49F8A27-7F5E-A74A-87FC-4C156780CE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836" y="606114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24">
            <a:extLst>
              <a:ext uri="{FF2B5EF4-FFF2-40B4-BE49-F238E27FC236}">
                <a16:creationId xmlns:a16="http://schemas.microsoft.com/office/drawing/2014/main" id="{7EA1E797-77D1-3E4E-BE7E-ACEB5C9F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7" y="985833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76200" dist="38100" dir="18900000" sx="101000" sy="101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1" name="Text Box 26">
            <a:extLst>
              <a:ext uri="{FF2B5EF4-FFF2-40B4-BE49-F238E27FC236}">
                <a16:creationId xmlns:a16="http://schemas.microsoft.com/office/drawing/2014/main" id="{955E0381-1B0E-544A-A7DD-37ADCBB63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985" y="941984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application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transport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network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  <p:sp>
        <p:nvSpPr>
          <p:cNvPr id="159" name="Freeform 3">
            <a:extLst>
              <a:ext uri="{FF2B5EF4-FFF2-40B4-BE49-F238E27FC236}">
                <a16:creationId xmlns:a16="http://schemas.microsoft.com/office/drawing/2014/main" id="{FF79401E-326D-8443-A822-64EFF7D91F62}"/>
              </a:ext>
            </a:extLst>
          </p:cNvPr>
          <p:cNvSpPr>
            <a:spLocks/>
          </p:cNvSpPr>
          <p:nvPr/>
        </p:nvSpPr>
        <p:spPr bwMode="auto">
          <a:xfrm>
            <a:off x="8317497" y="2564096"/>
            <a:ext cx="638175" cy="781777"/>
          </a:xfrm>
          <a:custGeom>
            <a:avLst/>
            <a:gdLst>
              <a:gd name="T0" fmla="*/ 2147483646 w 402"/>
              <a:gd name="T1" fmla="*/ 2147483646 h 537"/>
              <a:gd name="T2" fmla="*/ 2147483646 w 402"/>
              <a:gd name="T3" fmla="*/ 0 h 537"/>
              <a:gd name="T4" fmla="*/ 0 w 402"/>
              <a:gd name="T5" fmla="*/ 2147483646 h 537"/>
              <a:gd name="T6" fmla="*/ 2147483646 w 402"/>
              <a:gd name="T7" fmla="*/ 2147483646 h 537"/>
              <a:gd name="T8" fmla="*/ 2147483646 w 402"/>
              <a:gd name="T9" fmla="*/ 2147483646 h 5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2"/>
              <a:gd name="T16" fmla="*/ 0 h 537"/>
              <a:gd name="T17" fmla="*/ 402 w 402"/>
              <a:gd name="T18" fmla="*/ 537 h 5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2" h="537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A4E47CB1-938F-064D-AFFA-550D0F125117}"/>
              </a:ext>
            </a:extLst>
          </p:cNvPr>
          <p:cNvGrpSpPr/>
          <p:nvPr/>
        </p:nvGrpSpPr>
        <p:grpSpPr>
          <a:xfrm>
            <a:off x="8737109" y="2942202"/>
            <a:ext cx="959348" cy="478062"/>
            <a:chOff x="3668110" y="2448910"/>
            <a:chExt cx="3794234" cy="2165130"/>
          </a:xfrm>
        </p:grpSpPr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4113AFA1-3E53-2B44-844D-33D4D414E8F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6AACD184-A341-A64D-AF0A-E8273A8D120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397EA54E-AF9C-5E43-ABD4-420C1068CBF3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AAA61B04-18ED-CB4C-AA56-9EE1A97FE5CD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F58AB38C-C52F-C046-8B42-AB402232C8F1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40B533FA-5B0B-F640-8203-4E6686DF6167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113B733F-5182-5C46-833B-B970C649E76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813" y="264748"/>
            <a:ext cx="4683534" cy="168085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Encapsulation: an end-end view</a:t>
            </a:r>
            <a:endParaRPr lang="en-US" sz="4000" dirty="0"/>
          </a:p>
        </p:txBody>
      </p:sp>
      <p:sp>
        <p:nvSpPr>
          <p:cNvPr id="175" name="Freeform 2">
            <a:extLst>
              <a:ext uri="{FF2B5EF4-FFF2-40B4-BE49-F238E27FC236}">
                <a16:creationId xmlns:a16="http://schemas.microsoft.com/office/drawing/2014/main" id="{230063FB-CBF2-814F-9B6D-159C714DB102}"/>
              </a:ext>
            </a:extLst>
          </p:cNvPr>
          <p:cNvSpPr>
            <a:spLocks/>
          </p:cNvSpPr>
          <p:nvPr/>
        </p:nvSpPr>
        <p:spPr bwMode="auto">
          <a:xfrm>
            <a:off x="5037145" y="1701796"/>
            <a:ext cx="4048125" cy="3833813"/>
          </a:xfrm>
          <a:custGeom>
            <a:avLst/>
            <a:gdLst>
              <a:gd name="T0" fmla="*/ 2147483646 w 2550"/>
              <a:gd name="T1" fmla="*/ 0 h 2415"/>
              <a:gd name="T2" fmla="*/ 2147483646 w 2550"/>
              <a:gd name="T3" fmla="*/ 0 h 2415"/>
              <a:gd name="T4" fmla="*/ 2147483646 w 2550"/>
              <a:gd name="T5" fmla="*/ 2147483646 h 2415"/>
              <a:gd name="T6" fmla="*/ 0 w 2550"/>
              <a:gd name="T7" fmla="*/ 2147483646 h 2415"/>
              <a:gd name="T8" fmla="*/ 0 60000 65536"/>
              <a:gd name="T9" fmla="*/ 0 60000 65536"/>
              <a:gd name="T10" fmla="*/ 0 60000 65536"/>
              <a:gd name="T11" fmla="*/ 0 60000 65536"/>
              <a:gd name="T12" fmla="*/ 0 w 2550"/>
              <a:gd name="T13" fmla="*/ 0 h 2415"/>
              <a:gd name="T14" fmla="*/ 2550 w 2550"/>
              <a:gd name="T15" fmla="*/ 2415 h 24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50" h="2415">
                <a:moveTo>
                  <a:pt x="592" y="0"/>
                </a:moveTo>
                <a:lnTo>
                  <a:pt x="2544" y="0"/>
                </a:lnTo>
                <a:lnTo>
                  <a:pt x="2550" y="2415"/>
                </a:lnTo>
                <a:lnTo>
                  <a:pt x="0" y="2415"/>
                </a:lnTo>
              </a:path>
            </a:pathLst>
          </a:cu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6" name="Text Box 8">
            <a:extLst>
              <a:ext uri="{FF2B5EF4-FFF2-40B4-BE49-F238E27FC236}">
                <a16:creationId xmlns:a16="http://schemas.microsoft.com/office/drawing/2014/main" id="{D0A7F162-BF56-0D42-AC1A-1EA608D15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20" y="477833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source</a:t>
            </a:r>
          </a:p>
        </p:txBody>
      </p:sp>
      <p:sp>
        <p:nvSpPr>
          <p:cNvPr id="177" name="Freeform 10">
            <a:extLst>
              <a:ext uri="{FF2B5EF4-FFF2-40B4-BE49-F238E27FC236}">
                <a16:creationId xmlns:a16="http://schemas.microsoft.com/office/drawing/2014/main" id="{375C2B54-0F8A-624C-B0EA-326ECF0BEBFA}"/>
              </a:ext>
            </a:extLst>
          </p:cNvPr>
          <p:cNvSpPr>
            <a:spLocks/>
          </p:cNvSpPr>
          <p:nvPr/>
        </p:nvSpPr>
        <p:spPr bwMode="auto">
          <a:xfrm>
            <a:off x="5087944" y="959945"/>
            <a:ext cx="360362" cy="1596219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Line 25">
            <a:extLst>
              <a:ext uri="{FF2B5EF4-FFF2-40B4-BE49-F238E27FC236}">
                <a16:creationId xmlns:a16="http://schemas.microsoft.com/office/drawing/2014/main" id="{06DACFB6-A512-6346-ADF0-044A1E0D8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356" y="130333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Line 27">
            <a:extLst>
              <a:ext uri="{FF2B5EF4-FFF2-40B4-BE49-F238E27FC236}">
                <a16:creationId xmlns:a16="http://schemas.microsoft.com/office/drawing/2014/main" id="{7F5AA9D2-E3F5-C947-8DEE-283B00AD0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4294" y="162400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Line 28">
            <a:extLst>
              <a:ext uri="{FF2B5EF4-FFF2-40B4-BE49-F238E27FC236}">
                <a16:creationId xmlns:a16="http://schemas.microsoft.com/office/drawing/2014/main" id="{D2FB6FCA-C219-0347-A799-A07286AA5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9056" y="190499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Line 29">
            <a:extLst>
              <a:ext uri="{FF2B5EF4-FFF2-40B4-BE49-F238E27FC236}">
                <a16:creationId xmlns:a16="http://schemas.microsoft.com/office/drawing/2014/main" id="{5DD86E94-6322-434A-87B3-1B856F1C7FC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9056" y="218122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5" name="Group 39">
            <a:extLst>
              <a:ext uri="{FF2B5EF4-FFF2-40B4-BE49-F238E27FC236}">
                <a16:creationId xmlns:a16="http://schemas.microsoft.com/office/drawing/2014/main" id="{8AA541B8-399A-EF48-9EFE-5AF447CE2F83}"/>
              </a:ext>
            </a:extLst>
          </p:cNvPr>
          <p:cNvGrpSpPr>
            <a:grpSpLocks/>
          </p:cNvGrpSpPr>
          <p:nvPr/>
        </p:nvGrpSpPr>
        <p:grpSpPr bwMode="auto">
          <a:xfrm>
            <a:off x="2438406" y="1622421"/>
            <a:ext cx="1208088" cy="303213"/>
            <a:chOff x="501" y="1990"/>
            <a:chExt cx="761" cy="191"/>
          </a:xfrm>
        </p:grpSpPr>
        <p:sp>
          <p:nvSpPr>
            <p:cNvPr id="186" name="Rectangle 40">
              <a:extLst>
                <a:ext uri="{FF2B5EF4-FFF2-40B4-BE49-F238E27FC236}">
                  <a16:creationId xmlns:a16="http://schemas.microsoft.com/office/drawing/2014/main" id="{0387B9A7-F992-9246-A12A-3BB5DCDBD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87" name="Rectangle 41">
              <a:extLst>
                <a:ext uri="{FF2B5EF4-FFF2-40B4-BE49-F238E27FC236}">
                  <a16:creationId xmlns:a16="http://schemas.microsoft.com/office/drawing/2014/main" id="{313D90F6-44E7-5B43-9F40-EAB5A4BC3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188" name="Rectangle 42">
              <a:extLst>
                <a:ext uri="{FF2B5EF4-FFF2-40B4-BE49-F238E27FC236}">
                  <a16:creationId xmlns:a16="http://schemas.microsoft.com/office/drawing/2014/main" id="{09FD516E-DDA8-584C-AC12-7F5211BB3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189" name="Rectangle 43">
              <a:extLst>
                <a:ext uri="{FF2B5EF4-FFF2-40B4-BE49-F238E27FC236}">
                  <a16:creationId xmlns:a16="http://schemas.microsoft.com/office/drawing/2014/main" id="{6FFC472B-97D7-D347-9A3C-464686CD1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190" name="Line 44">
              <a:extLst>
                <a:ext uri="{FF2B5EF4-FFF2-40B4-BE49-F238E27FC236}">
                  <a16:creationId xmlns:a16="http://schemas.microsoft.com/office/drawing/2014/main" id="{72E3E927-7804-2B4F-BEB5-8E712FD0D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" name="Line 45">
              <a:extLst>
                <a:ext uri="{FF2B5EF4-FFF2-40B4-BE49-F238E27FC236}">
                  <a16:creationId xmlns:a16="http://schemas.microsoft.com/office/drawing/2014/main" id="{FB19C408-B20F-B545-913F-0B0F21C3B9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2" name="Text Box 5">
            <a:extLst>
              <a:ext uri="{FF2B5EF4-FFF2-40B4-BE49-F238E27FC236}">
                <a16:creationId xmlns:a16="http://schemas.microsoft.com/office/drawing/2014/main" id="{0D15D10E-958A-864A-A283-C2AB2D4E8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94" y="1250945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segment</a:t>
            </a:r>
          </a:p>
        </p:txBody>
      </p:sp>
      <p:grpSp>
        <p:nvGrpSpPr>
          <p:cNvPr id="193" name="Group 178">
            <a:extLst>
              <a:ext uri="{FF2B5EF4-FFF2-40B4-BE49-F238E27FC236}">
                <a16:creationId xmlns:a16="http://schemas.microsoft.com/office/drawing/2014/main" id="{C602A8C6-FCB3-7248-AB25-E5D9AF0992ED}"/>
              </a:ext>
            </a:extLst>
          </p:cNvPr>
          <p:cNvGrpSpPr>
            <a:grpSpLocks/>
          </p:cNvGrpSpPr>
          <p:nvPr/>
        </p:nvGrpSpPr>
        <p:grpSpPr bwMode="auto">
          <a:xfrm>
            <a:off x="2755907" y="1290633"/>
            <a:ext cx="301625" cy="292100"/>
            <a:chOff x="1962" y="2058"/>
            <a:chExt cx="190" cy="184"/>
          </a:xfrm>
        </p:grpSpPr>
        <p:sp>
          <p:nvSpPr>
            <p:cNvPr id="194" name="Rectangle 47">
              <a:extLst>
                <a:ext uri="{FF2B5EF4-FFF2-40B4-BE49-F238E27FC236}">
                  <a16:creationId xmlns:a16="http://schemas.microsoft.com/office/drawing/2014/main" id="{74D4FADB-78FF-754C-9258-3499AEC56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95" name="Rectangle 48">
              <a:extLst>
                <a:ext uri="{FF2B5EF4-FFF2-40B4-BE49-F238E27FC236}">
                  <a16:creationId xmlns:a16="http://schemas.microsoft.com/office/drawing/2014/main" id="{9A86A925-4488-C149-AC92-7E56AC2DB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196" name="Text Box 4">
            <a:extLst>
              <a:ext uri="{FF2B5EF4-FFF2-40B4-BE49-F238E27FC236}">
                <a16:creationId xmlns:a16="http://schemas.microsoft.com/office/drawing/2014/main" id="{0E8F71B9-D739-9B4D-B3C4-4209B53F4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945" y="1606268"/>
            <a:ext cx="7889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packet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Text Box 54">
            <a:extLst>
              <a:ext uri="{FF2B5EF4-FFF2-40B4-BE49-F238E27FC236}">
                <a16:creationId xmlns:a16="http://schemas.microsoft.com/office/drawing/2014/main" id="{74C41705-B97B-5F4E-BB03-C374DF491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7020" y="4411659"/>
            <a:ext cx="1412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destination</a:t>
            </a:r>
          </a:p>
        </p:txBody>
      </p:sp>
      <p:grpSp>
        <p:nvGrpSpPr>
          <p:cNvPr id="206" name="Group 64">
            <a:extLst>
              <a:ext uri="{FF2B5EF4-FFF2-40B4-BE49-F238E27FC236}">
                <a16:creationId xmlns:a16="http://schemas.microsoft.com/office/drawing/2014/main" id="{C50D7752-68C1-8540-988D-5347ECFD1886}"/>
              </a:ext>
            </a:extLst>
          </p:cNvPr>
          <p:cNvGrpSpPr>
            <a:grpSpLocks/>
          </p:cNvGrpSpPr>
          <p:nvPr/>
        </p:nvGrpSpPr>
        <p:grpSpPr bwMode="auto">
          <a:xfrm>
            <a:off x="1371606" y="5781671"/>
            <a:ext cx="1479550" cy="303213"/>
            <a:chOff x="332" y="2224"/>
            <a:chExt cx="932" cy="191"/>
          </a:xfrm>
        </p:grpSpPr>
        <p:sp>
          <p:nvSpPr>
            <p:cNvPr id="207" name="Rectangle 65">
              <a:extLst>
                <a:ext uri="{FF2B5EF4-FFF2-40B4-BE49-F238E27FC236}">
                  <a16:creationId xmlns:a16="http://schemas.microsoft.com/office/drawing/2014/main" id="{1F3E093B-217C-A04B-B5D1-A6C902542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8" name="Rectangle 66">
              <a:extLst>
                <a:ext uri="{FF2B5EF4-FFF2-40B4-BE49-F238E27FC236}">
                  <a16:creationId xmlns:a16="http://schemas.microsoft.com/office/drawing/2014/main" id="{12601678-594C-E14C-9193-F38CE9075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09" name="Rectangle 67">
              <a:extLst>
                <a:ext uri="{FF2B5EF4-FFF2-40B4-BE49-F238E27FC236}">
                  <a16:creationId xmlns:a16="http://schemas.microsoft.com/office/drawing/2014/main" id="{C60FF2A5-B680-E647-99BC-03E16BB18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10" name="Rectangle 68">
              <a:extLst>
                <a:ext uri="{FF2B5EF4-FFF2-40B4-BE49-F238E27FC236}">
                  <a16:creationId xmlns:a16="http://schemas.microsoft.com/office/drawing/2014/main" id="{397B1F1F-935A-C84B-968D-E29BC9F4E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11" name="Rectangle 69">
              <a:extLst>
                <a:ext uri="{FF2B5EF4-FFF2-40B4-BE49-F238E27FC236}">
                  <a16:creationId xmlns:a16="http://schemas.microsoft.com/office/drawing/2014/main" id="{F6478DF2-BC33-B343-8620-1D9F679E4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12" name="Line 70">
              <a:extLst>
                <a:ext uri="{FF2B5EF4-FFF2-40B4-BE49-F238E27FC236}">
                  <a16:creationId xmlns:a16="http://schemas.microsoft.com/office/drawing/2014/main" id="{B65227E4-D34A-B045-A564-9F588CE81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" name="Line 71">
              <a:extLst>
                <a:ext uri="{FF2B5EF4-FFF2-40B4-BE49-F238E27FC236}">
                  <a16:creationId xmlns:a16="http://schemas.microsoft.com/office/drawing/2014/main" id="{89581348-A579-E648-AF77-CC0CCFD73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" name="Line 72">
              <a:extLst>
                <a:ext uri="{FF2B5EF4-FFF2-40B4-BE49-F238E27FC236}">
                  <a16:creationId xmlns:a16="http://schemas.microsoft.com/office/drawing/2014/main" id="{5CD35CDE-ACA7-B147-9033-013571F30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5" name="Group 73">
            <a:extLst>
              <a:ext uri="{FF2B5EF4-FFF2-40B4-BE49-F238E27FC236}">
                <a16:creationId xmlns:a16="http://schemas.microsoft.com/office/drawing/2014/main" id="{782EFA19-0788-864E-B946-830DAB797411}"/>
              </a:ext>
            </a:extLst>
          </p:cNvPr>
          <p:cNvGrpSpPr>
            <a:grpSpLocks/>
          </p:cNvGrpSpPr>
          <p:nvPr/>
        </p:nvGrpSpPr>
        <p:grpSpPr bwMode="auto">
          <a:xfrm>
            <a:off x="1639895" y="5483221"/>
            <a:ext cx="1208087" cy="303213"/>
            <a:chOff x="501" y="1990"/>
            <a:chExt cx="761" cy="191"/>
          </a:xfrm>
        </p:grpSpPr>
        <p:sp>
          <p:nvSpPr>
            <p:cNvPr id="216" name="Rectangle 74">
              <a:extLst>
                <a:ext uri="{FF2B5EF4-FFF2-40B4-BE49-F238E27FC236}">
                  <a16:creationId xmlns:a16="http://schemas.microsoft.com/office/drawing/2014/main" id="{D970D459-C7BE-CB4F-B370-10A7B56F6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7" name="Rectangle 75">
              <a:extLst>
                <a:ext uri="{FF2B5EF4-FFF2-40B4-BE49-F238E27FC236}">
                  <a16:creationId xmlns:a16="http://schemas.microsoft.com/office/drawing/2014/main" id="{1904B028-B6FD-624E-A3E6-5B05A1065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18" name="Rectangle 76">
              <a:extLst>
                <a:ext uri="{FF2B5EF4-FFF2-40B4-BE49-F238E27FC236}">
                  <a16:creationId xmlns:a16="http://schemas.microsoft.com/office/drawing/2014/main" id="{7E497BF0-01B9-9645-AADF-EC6ECCD69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19" name="Rectangle 77">
              <a:extLst>
                <a:ext uri="{FF2B5EF4-FFF2-40B4-BE49-F238E27FC236}">
                  <a16:creationId xmlns:a16="http://schemas.microsoft.com/office/drawing/2014/main" id="{F655CC88-7712-A040-B05C-B926BA640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20" name="Line 78">
              <a:extLst>
                <a:ext uri="{FF2B5EF4-FFF2-40B4-BE49-F238E27FC236}">
                  <a16:creationId xmlns:a16="http://schemas.microsoft.com/office/drawing/2014/main" id="{5F8C7ACF-60C6-EA40-ABF5-A21BAB3D73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" name="Line 79">
              <a:extLst>
                <a:ext uri="{FF2B5EF4-FFF2-40B4-BE49-F238E27FC236}">
                  <a16:creationId xmlns:a16="http://schemas.microsoft.com/office/drawing/2014/main" id="{B9D1E0FC-D7EB-B94A-95BC-135127D00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2" name="Group 80">
            <a:extLst>
              <a:ext uri="{FF2B5EF4-FFF2-40B4-BE49-F238E27FC236}">
                <a16:creationId xmlns:a16="http://schemas.microsoft.com/office/drawing/2014/main" id="{ED606BB4-B8BF-EE47-81F0-E3489EBF698D}"/>
              </a:ext>
            </a:extLst>
          </p:cNvPr>
          <p:cNvGrpSpPr>
            <a:grpSpLocks/>
          </p:cNvGrpSpPr>
          <p:nvPr/>
        </p:nvGrpSpPr>
        <p:grpSpPr bwMode="auto">
          <a:xfrm>
            <a:off x="1943106" y="5175246"/>
            <a:ext cx="890588" cy="303213"/>
            <a:chOff x="645" y="1734"/>
            <a:chExt cx="561" cy="191"/>
          </a:xfrm>
        </p:grpSpPr>
        <p:sp>
          <p:nvSpPr>
            <p:cNvPr id="223" name="Rectangle 81">
              <a:extLst>
                <a:ext uri="{FF2B5EF4-FFF2-40B4-BE49-F238E27FC236}">
                  <a16:creationId xmlns:a16="http://schemas.microsoft.com/office/drawing/2014/main" id="{5E750AC6-B9B9-BA47-9749-5BA61D17A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" y="1751"/>
              <a:ext cx="4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Rectangle 82">
              <a:extLst>
                <a:ext uri="{FF2B5EF4-FFF2-40B4-BE49-F238E27FC236}">
                  <a16:creationId xmlns:a16="http://schemas.microsoft.com/office/drawing/2014/main" id="{203BBA7B-2CF5-6949-AEF6-9B5E4804A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" y="173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25" name="Rectangle 83">
              <a:extLst>
                <a:ext uri="{FF2B5EF4-FFF2-40B4-BE49-F238E27FC236}">
                  <a16:creationId xmlns:a16="http://schemas.microsoft.com/office/drawing/2014/main" id="{D9094A29-8FA3-604F-BCB2-C28018927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" y="173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26" name="Line 84">
              <a:extLst>
                <a:ext uri="{FF2B5EF4-FFF2-40B4-BE49-F238E27FC236}">
                  <a16:creationId xmlns:a16="http://schemas.microsoft.com/office/drawing/2014/main" id="{B797ADA3-EF18-7C49-99C2-2F8F051D9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4" y="175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27" name="Group 85">
            <a:extLst>
              <a:ext uri="{FF2B5EF4-FFF2-40B4-BE49-F238E27FC236}">
                <a16:creationId xmlns:a16="http://schemas.microsoft.com/office/drawing/2014/main" id="{11AB6D85-B7C0-8142-8671-E8110C22285E}"/>
              </a:ext>
            </a:extLst>
          </p:cNvPr>
          <p:cNvGrpSpPr>
            <a:grpSpLocks/>
          </p:cNvGrpSpPr>
          <p:nvPr/>
        </p:nvGrpSpPr>
        <p:grpSpPr bwMode="auto">
          <a:xfrm>
            <a:off x="2149481" y="4864096"/>
            <a:ext cx="679450" cy="301625"/>
            <a:chOff x="780" y="1553"/>
            <a:chExt cx="428" cy="190"/>
          </a:xfrm>
        </p:grpSpPr>
        <p:sp>
          <p:nvSpPr>
            <p:cNvPr id="228" name="Rectangle 86">
              <a:extLst>
                <a:ext uri="{FF2B5EF4-FFF2-40B4-BE49-F238E27FC236}">
                  <a16:creationId xmlns:a16="http://schemas.microsoft.com/office/drawing/2014/main" id="{5CCFD8AF-21AA-2143-8C8C-4C988C5ED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Rectangle 87">
              <a:extLst>
                <a:ext uri="{FF2B5EF4-FFF2-40B4-BE49-F238E27FC236}">
                  <a16:creationId xmlns:a16="http://schemas.microsoft.com/office/drawing/2014/main" id="{0247FE4B-63DA-1F45-A8DA-A5A5C63B6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233" name="Line 91">
            <a:extLst>
              <a:ext uri="{FF2B5EF4-FFF2-40B4-BE49-F238E27FC236}">
                <a16:creationId xmlns:a16="http://schemas.microsoft.com/office/drawing/2014/main" id="{19384907-F1F7-7342-B03B-0F3880C90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6745" y="4806946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5" name="Line 93">
            <a:extLst>
              <a:ext uri="{FF2B5EF4-FFF2-40B4-BE49-F238E27FC236}">
                <a16:creationId xmlns:a16="http://schemas.microsoft.com/office/drawing/2014/main" id="{883D6FEA-BFB1-A54A-986E-6B39511738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4682" y="5127621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8" name="Rectangle 96">
            <a:extLst>
              <a:ext uri="{FF2B5EF4-FFF2-40B4-BE49-F238E27FC236}">
                <a16:creationId xmlns:a16="http://schemas.microsoft.com/office/drawing/2014/main" id="{259A49E6-709B-2347-990D-69F0B212F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433" y="2597147"/>
            <a:ext cx="1273175" cy="65563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sx="102000" sy="102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9" name="Line 97">
            <a:extLst>
              <a:ext uri="{FF2B5EF4-FFF2-40B4-BE49-F238E27FC236}">
                <a16:creationId xmlns:a16="http://schemas.microsoft.com/office/drawing/2014/main" id="{D82D4EF1-E7DC-B146-B148-5E79F02BC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433" y="291464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1" name="Freeform 114">
            <a:extLst>
              <a:ext uri="{FF2B5EF4-FFF2-40B4-BE49-F238E27FC236}">
                <a16:creationId xmlns:a16="http://schemas.microsoft.com/office/drawing/2014/main" id="{BEDEB3A2-EFA9-6F44-A8E6-C8BD127C9FBD}"/>
              </a:ext>
            </a:extLst>
          </p:cNvPr>
          <p:cNvSpPr>
            <a:spLocks/>
          </p:cNvSpPr>
          <p:nvPr/>
        </p:nvSpPr>
        <p:spPr bwMode="auto">
          <a:xfrm>
            <a:off x="3048006" y="787395"/>
            <a:ext cx="5264150" cy="5494338"/>
          </a:xfrm>
          <a:custGeom>
            <a:avLst/>
            <a:gdLst>
              <a:gd name="T0" fmla="*/ 2147483646 w 3316"/>
              <a:gd name="T1" fmla="*/ 0 h 3461"/>
              <a:gd name="T2" fmla="*/ 2147483646 w 3316"/>
              <a:gd name="T3" fmla="*/ 2147483646 h 3461"/>
              <a:gd name="T4" fmla="*/ 2147483646 w 3316"/>
              <a:gd name="T5" fmla="*/ 2147483646 h 3461"/>
              <a:gd name="T6" fmla="*/ 2147483646 w 3316"/>
              <a:gd name="T7" fmla="*/ 2147483646 h 3461"/>
              <a:gd name="T8" fmla="*/ 2147483646 w 3316"/>
              <a:gd name="T9" fmla="*/ 2147483646 h 3461"/>
              <a:gd name="T10" fmla="*/ 2147483646 w 3316"/>
              <a:gd name="T11" fmla="*/ 2147483646 h 3461"/>
              <a:gd name="T12" fmla="*/ 2147483646 w 3316"/>
              <a:gd name="T13" fmla="*/ 2147483646 h 3461"/>
              <a:gd name="T14" fmla="*/ 2147483646 w 3316"/>
              <a:gd name="T15" fmla="*/ 2147483646 h 3461"/>
              <a:gd name="T16" fmla="*/ 2147483646 w 3316"/>
              <a:gd name="T17" fmla="*/ 2147483646 h 3461"/>
              <a:gd name="T18" fmla="*/ 2147483646 w 3316"/>
              <a:gd name="T19" fmla="*/ 2147483646 h 3461"/>
              <a:gd name="T20" fmla="*/ 2147483646 w 3316"/>
              <a:gd name="T21" fmla="*/ 2147483646 h 3461"/>
              <a:gd name="T22" fmla="*/ 0 w 3316"/>
              <a:gd name="T23" fmla="*/ 2147483646 h 3461"/>
              <a:gd name="T24" fmla="*/ 0 w 3316"/>
              <a:gd name="T25" fmla="*/ 2147483646 h 346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16"/>
              <a:gd name="T40" fmla="*/ 0 h 3461"/>
              <a:gd name="T41" fmla="*/ 3316 w 3316"/>
              <a:gd name="T42" fmla="*/ 3461 h 346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16" h="3461">
                <a:moveTo>
                  <a:pt x="872" y="0"/>
                </a:moveTo>
                <a:lnTo>
                  <a:pt x="878" y="1481"/>
                </a:lnTo>
                <a:lnTo>
                  <a:pt x="2612" y="1481"/>
                </a:lnTo>
                <a:lnTo>
                  <a:pt x="2612" y="1179"/>
                </a:lnTo>
                <a:lnTo>
                  <a:pt x="3294" y="1179"/>
                </a:lnTo>
                <a:lnTo>
                  <a:pt x="3316" y="3131"/>
                </a:lnTo>
                <a:lnTo>
                  <a:pt x="3148" y="2986"/>
                </a:lnTo>
                <a:lnTo>
                  <a:pt x="3143" y="2387"/>
                </a:lnTo>
                <a:lnTo>
                  <a:pt x="2505" y="2387"/>
                </a:lnTo>
                <a:lnTo>
                  <a:pt x="2505" y="3070"/>
                </a:lnTo>
                <a:lnTo>
                  <a:pt x="1057" y="3461"/>
                </a:lnTo>
                <a:lnTo>
                  <a:pt x="0" y="3461"/>
                </a:lnTo>
                <a:lnTo>
                  <a:pt x="0" y="2505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2" name="Group 115">
            <a:extLst>
              <a:ext uri="{FF2B5EF4-FFF2-40B4-BE49-F238E27FC236}">
                <a16:creationId xmlns:a16="http://schemas.microsoft.com/office/drawing/2014/main" id="{85B6340C-1412-DD49-A487-35E5DC0144AC}"/>
              </a:ext>
            </a:extLst>
          </p:cNvPr>
          <p:cNvGrpSpPr>
            <a:grpSpLocks/>
          </p:cNvGrpSpPr>
          <p:nvPr/>
        </p:nvGrpSpPr>
        <p:grpSpPr bwMode="auto">
          <a:xfrm>
            <a:off x="5457831" y="4800596"/>
            <a:ext cx="1479550" cy="303213"/>
            <a:chOff x="332" y="2224"/>
            <a:chExt cx="932" cy="191"/>
          </a:xfrm>
        </p:grpSpPr>
        <p:sp>
          <p:nvSpPr>
            <p:cNvPr id="243" name="Rectangle 116">
              <a:extLst>
                <a:ext uri="{FF2B5EF4-FFF2-40B4-BE49-F238E27FC236}">
                  <a16:creationId xmlns:a16="http://schemas.microsoft.com/office/drawing/2014/main" id="{504C038E-092B-1D4B-AD07-733B523A2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44" name="Rectangle 117">
              <a:extLst>
                <a:ext uri="{FF2B5EF4-FFF2-40B4-BE49-F238E27FC236}">
                  <a16:creationId xmlns:a16="http://schemas.microsoft.com/office/drawing/2014/main" id="{99CDC4A5-2671-2F4C-AF10-D4F0B21A0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45" name="Rectangle 118">
              <a:extLst>
                <a:ext uri="{FF2B5EF4-FFF2-40B4-BE49-F238E27FC236}">
                  <a16:creationId xmlns:a16="http://schemas.microsoft.com/office/drawing/2014/main" id="{41C01446-A97C-0942-9110-AECA50BAD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46" name="Rectangle 119">
              <a:extLst>
                <a:ext uri="{FF2B5EF4-FFF2-40B4-BE49-F238E27FC236}">
                  <a16:creationId xmlns:a16="http://schemas.microsoft.com/office/drawing/2014/main" id="{AA06A8EE-28E9-AF46-9EEA-FBEDDAF18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47" name="Rectangle 120">
              <a:extLst>
                <a:ext uri="{FF2B5EF4-FFF2-40B4-BE49-F238E27FC236}">
                  <a16:creationId xmlns:a16="http://schemas.microsoft.com/office/drawing/2014/main" id="{EF7ADA06-A6C3-EC42-9026-08C964BC6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48" name="Line 121">
              <a:extLst>
                <a:ext uri="{FF2B5EF4-FFF2-40B4-BE49-F238E27FC236}">
                  <a16:creationId xmlns:a16="http://schemas.microsoft.com/office/drawing/2014/main" id="{F47A00CE-0D92-CA4D-9460-92CBEF8DE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122">
              <a:extLst>
                <a:ext uri="{FF2B5EF4-FFF2-40B4-BE49-F238E27FC236}">
                  <a16:creationId xmlns:a16="http://schemas.microsoft.com/office/drawing/2014/main" id="{457AAAB2-E313-B54A-B86A-CBEACA43A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123">
              <a:extLst>
                <a:ext uri="{FF2B5EF4-FFF2-40B4-BE49-F238E27FC236}">
                  <a16:creationId xmlns:a16="http://schemas.microsoft.com/office/drawing/2014/main" id="{777075DA-53C1-4349-BD44-36049E94C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1" name="Group 124">
            <a:extLst>
              <a:ext uri="{FF2B5EF4-FFF2-40B4-BE49-F238E27FC236}">
                <a16:creationId xmlns:a16="http://schemas.microsoft.com/office/drawing/2014/main" id="{F09DD616-F735-7046-9C1C-D2103F4D1E5C}"/>
              </a:ext>
            </a:extLst>
          </p:cNvPr>
          <p:cNvGrpSpPr>
            <a:grpSpLocks/>
          </p:cNvGrpSpPr>
          <p:nvPr/>
        </p:nvGrpSpPr>
        <p:grpSpPr bwMode="auto">
          <a:xfrm>
            <a:off x="5716595" y="4494208"/>
            <a:ext cx="1208087" cy="303212"/>
            <a:chOff x="501" y="1990"/>
            <a:chExt cx="761" cy="191"/>
          </a:xfrm>
        </p:grpSpPr>
        <p:sp>
          <p:nvSpPr>
            <p:cNvPr id="252" name="Rectangle 125">
              <a:extLst>
                <a:ext uri="{FF2B5EF4-FFF2-40B4-BE49-F238E27FC236}">
                  <a16:creationId xmlns:a16="http://schemas.microsoft.com/office/drawing/2014/main" id="{DB941F93-1335-5645-94DE-59F001928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3" name="Rectangle 126">
              <a:extLst>
                <a:ext uri="{FF2B5EF4-FFF2-40B4-BE49-F238E27FC236}">
                  <a16:creationId xmlns:a16="http://schemas.microsoft.com/office/drawing/2014/main" id="{9EA1B2EB-B358-3D4C-841E-567FECFAD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54" name="Rectangle 127">
              <a:extLst>
                <a:ext uri="{FF2B5EF4-FFF2-40B4-BE49-F238E27FC236}">
                  <a16:creationId xmlns:a16="http://schemas.microsoft.com/office/drawing/2014/main" id="{13F00E9F-B735-5849-861F-39C839FD8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55" name="Rectangle 128">
              <a:extLst>
                <a:ext uri="{FF2B5EF4-FFF2-40B4-BE49-F238E27FC236}">
                  <a16:creationId xmlns:a16="http://schemas.microsoft.com/office/drawing/2014/main" id="{0CE33A55-3FFF-D247-A00E-5085ABE3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56" name="Line 129">
              <a:extLst>
                <a:ext uri="{FF2B5EF4-FFF2-40B4-BE49-F238E27FC236}">
                  <a16:creationId xmlns:a16="http://schemas.microsoft.com/office/drawing/2014/main" id="{5257F2F7-73B9-0943-A775-4320CC67F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130">
              <a:extLst>
                <a:ext uri="{FF2B5EF4-FFF2-40B4-BE49-F238E27FC236}">
                  <a16:creationId xmlns:a16="http://schemas.microsoft.com/office/drawing/2014/main" id="{F79FB15F-B9B5-1C48-A8C6-B6B142E79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58" name="Group 140">
            <a:extLst>
              <a:ext uri="{FF2B5EF4-FFF2-40B4-BE49-F238E27FC236}">
                <a16:creationId xmlns:a16="http://schemas.microsoft.com/office/drawing/2014/main" id="{DC4925E6-41A9-8643-8E76-63BD0FB2392D}"/>
              </a:ext>
            </a:extLst>
          </p:cNvPr>
          <p:cNvGrpSpPr>
            <a:grpSpLocks/>
          </p:cNvGrpSpPr>
          <p:nvPr/>
        </p:nvGrpSpPr>
        <p:grpSpPr bwMode="auto">
          <a:xfrm>
            <a:off x="8583620" y="4497383"/>
            <a:ext cx="1208087" cy="303213"/>
            <a:chOff x="501" y="1990"/>
            <a:chExt cx="761" cy="191"/>
          </a:xfrm>
        </p:grpSpPr>
        <p:sp>
          <p:nvSpPr>
            <p:cNvPr id="259" name="Rectangle 141">
              <a:extLst>
                <a:ext uri="{FF2B5EF4-FFF2-40B4-BE49-F238E27FC236}">
                  <a16:creationId xmlns:a16="http://schemas.microsoft.com/office/drawing/2014/main" id="{24DA0C2F-17DB-7643-B65D-18F2B436D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60" name="Rectangle 142">
              <a:extLst>
                <a:ext uri="{FF2B5EF4-FFF2-40B4-BE49-F238E27FC236}">
                  <a16:creationId xmlns:a16="http://schemas.microsoft.com/office/drawing/2014/main" id="{296D85F8-DA00-E347-906C-91E4F9393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61" name="Rectangle 143">
              <a:extLst>
                <a:ext uri="{FF2B5EF4-FFF2-40B4-BE49-F238E27FC236}">
                  <a16:creationId xmlns:a16="http://schemas.microsoft.com/office/drawing/2014/main" id="{7E7E3D6E-A342-6648-9506-7A080F8B7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62" name="Rectangle 144">
              <a:extLst>
                <a:ext uri="{FF2B5EF4-FFF2-40B4-BE49-F238E27FC236}">
                  <a16:creationId xmlns:a16="http://schemas.microsoft.com/office/drawing/2014/main" id="{E27AB14D-C29B-DF45-8BD1-D050C50BE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63" name="Line 145">
              <a:extLst>
                <a:ext uri="{FF2B5EF4-FFF2-40B4-BE49-F238E27FC236}">
                  <a16:creationId xmlns:a16="http://schemas.microsoft.com/office/drawing/2014/main" id="{331963CB-8B11-1C4E-8253-0FDB3A375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4" name="Line 146">
              <a:extLst>
                <a:ext uri="{FF2B5EF4-FFF2-40B4-BE49-F238E27FC236}">
                  <a16:creationId xmlns:a16="http://schemas.microsoft.com/office/drawing/2014/main" id="{432304F0-73BB-2748-8E18-7151D5E33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5" name="Group 156">
            <a:extLst>
              <a:ext uri="{FF2B5EF4-FFF2-40B4-BE49-F238E27FC236}">
                <a16:creationId xmlns:a16="http://schemas.microsoft.com/office/drawing/2014/main" id="{2999D032-84BD-264A-ADD9-A5141E317962}"/>
              </a:ext>
            </a:extLst>
          </p:cNvPr>
          <p:cNvGrpSpPr>
            <a:grpSpLocks/>
          </p:cNvGrpSpPr>
          <p:nvPr/>
        </p:nvGrpSpPr>
        <p:grpSpPr bwMode="auto">
          <a:xfrm>
            <a:off x="2157419" y="1919283"/>
            <a:ext cx="1479550" cy="303212"/>
            <a:chOff x="332" y="2224"/>
            <a:chExt cx="932" cy="191"/>
          </a:xfrm>
        </p:grpSpPr>
        <p:sp>
          <p:nvSpPr>
            <p:cNvPr id="266" name="Rectangle 157">
              <a:extLst>
                <a:ext uri="{FF2B5EF4-FFF2-40B4-BE49-F238E27FC236}">
                  <a16:creationId xmlns:a16="http://schemas.microsoft.com/office/drawing/2014/main" id="{0E7166F5-9BCE-6142-A6E7-CDF949808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67" name="Rectangle 158">
              <a:extLst>
                <a:ext uri="{FF2B5EF4-FFF2-40B4-BE49-F238E27FC236}">
                  <a16:creationId xmlns:a16="http://schemas.microsoft.com/office/drawing/2014/main" id="{754F1661-A032-B447-9C02-84330F1B1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t</a:t>
              </a:r>
            </a:p>
          </p:txBody>
        </p:sp>
        <p:sp>
          <p:nvSpPr>
            <p:cNvPr id="268" name="Rectangle 159">
              <a:extLst>
                <a:ext uri="{FF2B5EF4-FFF2-40B4-BE49-F238E27FC236}">
                  <a16:creationId xmlns:a16="http://schemas.microsoft.com/office/drawing/2014/main" id="{1C7AD2C3-C553-2A4B-9171-A8E09BA84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  <p:sp>
          <p:nvSpPr>
            <p:cNvPr id="269" name="Rectangle 160">
              <a:extLst>
                <a:ext uri="{FF2B5EF4-FFF2-40B4-BE49-F238E27FC236}">
                  <a16:creationId xmlns:a16="http://schemas.microsoft.com/office/drawing/2014/main" id="{CE64079E-3B67-F34D-801D-A92A1F3B0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l</a:t>
              </a:r>
            </a:p>
          </p:txBody>
        </p:sp>
        <p:sp>
          <p:nvSpPr>
            <p:cNvPr id="270" name="Rectangle 161">
              <a:extLst>
                <a:ext uri="{FF2B5EF4-FFF2-40B4-BE49-F238E27FC236}">
                  <a16:creationId xmlns:a16="http://schemas.microsoft.com/office/drawing/2014/main" id="{1E8F4774-501D-1F43-80F6-8E0FBDD2E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271" name="Line 162">
              <a:extLst>
                <a:ext uri="{FF2B5EF4-FFF2-40B4-BE49-F238E27FC236}">
                  <a16:creationId xmlns:a16="http://schemas.microsoft.com/office/drawing/2014/main" id="{AC823B9C-431D-F442-BF16-B2BB25763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2" name="Line 163">
              <a:extLst>
                <a:ext uri="{FF2B5EF4-FFF2-40B4-BE49-F238E27FC236}">
                  <a16:creationId xmlns:a16="http://schemas.microsoft.com/office/drawing/2014/main" id="{027C6256-CE60-DF44-B53C-314BE2376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Line 164">
              <a:extLst>
                <a:ext uri="{FF2B5EF4-FFF2-40B4-BE49-F238E27FC236}">
                  <a16:creationId xmlns:a16="http://schemas.microsoft.com/office/drawing/2014/main" id="{EB0B6073-A87E-8C45-871D-8531AA065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4" name="Text Box 166">
            <a:extLst>
              <a:ext uri="{FF2B5EF4-FFF2-40B4-BE49-F238E27FC236}">
                <a16:creationId xmlns:a16="http://schemas.microsoft.com/office/drawing/2014/main" id="{B74B5829-1A8F-AE47-9517-C70C28E5B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968" y="5521112"/>
            <a:ext cx="8414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router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75" name="Text Box 167">
            <a:extLst>
              <a:ext uri="{FF2B5EF4-FFF2-40B4-BE49-F238E27FC236}">
                <a16:creationId xmlns:a16="http://schemas.microsoft.com/office/drawing/2014/main" id="{28AC982F-9E27-1847-9770-EC46EAFE4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6203" y="3373988"/>
            <a:ext cx="8692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switch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76" name="Text Box 174">
            <a:extLst>
              <a:ext uri="{FF2B5EF4-FFF2-40B4-BE49-F238E27FC236}">
                <a16:creationId xmlns:a16="http://schemas.microsoft.com/office/drawing/2014/main" id="{2A962AD2-9396-3D42-9E36-5C73F53C9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469" y="946145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message</a:t>
            </a:r>
          </a:p>
        </p:txBody>
      </p:sp>
      <p:grpSp>
        <p:nvGrpSpPr>
          <p:cNvPr id="277" name="Group 175">
            <a:extLst>
              <a:ext uri="{FF2B5EF4-FFF2-40B4-BE49-F238E27FC236}">
                <a16:creationId xmlns:a16="http://schemas.microsoft.com/office/drawing/2014/main" id="{06D27889-C61F-0242-A608-3A140922A686}"/>
              </a:ext>
            </a:extLst>
          </p:cNvPr>
          <p:cNvGrpSpPr>
            <a:grpSpLocks/>
          </p:cNvGrpSpPr>
          <p:nvPr/>
        </p:nvGrpSpPr>
        <p:grpSpPr bwMode="auto">
          <a:xfrm>
            <a:off x="2982919" y="973134"/>
            <a:ext cx="679450" cy="301625"/>
            <a:chOff x="780" y="1553"/>
            <a:chExt cx="428" cy="190"/>
          </a:xfrm>
        </p:grpSpPr>
        <p:sp>
          <p:nvSpPr>
            <p:cNvPr id="278" name="Rectangle 176">
              <a:extLst>
                <a:ext uri="{FF2B5EF4-FFF2-40B4-BE49-F238E27FC236}">
                  <a16:creationId xmlns:a16="http://schemas.microsoft.com/office/drawing/2014/main" id="{8E4EC409-9300-A24E-856E-0C57A0500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79" name="Rectangle 177">
              <a:extLst>
                <a:ext uri="{FF2B5EF4-FFF2-40B4-BE49-F238E27FC236}">
                  <a16:creationId xmlns:a16="http://schemas.microsoft.com/office/drawing/2014/main" id="{C7120CFE-84DC-AE4A-96EA-467B21A3F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280" name="Group 185">
            <a:extLst>
              <a:ext uri="{FF2B5EF4-FFF2-40B4-BE49-F238E27FC236}">
                <a16:creationId xmlns:a16="http://schemas.microsoft.com/office/drawing/2014/main" id="{48F838C9-2064-8846-AE99-7D64C6F0E88A}"/>
              </a:ext>
            </a:extLst>
          </p:cNvPr>
          <p:cNvGrpSpPr>
            <a:grpSpLocks/>
          </p:cNvGrpSpPr>
          <p:nvPr/>
        </p:nvGrpSpPr>
        <p:grpSpPr bwMode="auto">
          <a:xfrm>
            <a:off x="2746384" y="1290634"/>
            <a:ext cx="908050" cy="301625"/>
            <a:chOff x="1848" y="2046"/>
            <a:chExt cx="572" cy="190"/>
          </a:xfrm>
        </p:grpSpPr>
        <p:grpSp>
          <p:nvGrpSpPr>
            <p:cNvPr id="281" name="Group 179">
              <a:extLst>
                <a:ext uri="{FF2B5EF4-FFF2-40B4-BE49-F238E27FC236}">
                  <a16:creationId xmlns:a16="http://schemas.microsoft.com/office/drawing/2014/main" id="{B8E6789C-1509-4C48-885B-AD08332F4B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047"/>
              <a:ext cx="187" cy="184"/>
              <a:chOff x="1959" y="2058"/>
              <a:chExt cx="187" cy="184"/>
            </a:xfrm>
          </p:grpSpPr>
          <p:sp>
            <p:nvSpPr>
              <p:cNvPr id="285" name="Rectangle 180">
                <a:extLst>
                  <a:ext uri="{FF2B5EF4-FFF2-40B4-BE49-F238E27FC236}">
                    <a16:creationId xmlns:a16="http://schemas.microsoft.com/office/drawing/2014/main" id="{06BC3922-CF81-3845-BA10-96DBBA1F4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4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86" name="Rectangle 181">
                <a:extLst>
                  <a:ext uri="{FF2B5EF4-FFF2-40B4-BE49-F238E27FC236}">
                    <a16:creationId xmlns:a16="http://schemas.microsoft.com/office/drawing/2014/main" id="{C4E3DD7C-9412-E741-BD84-C65290F3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H</a:t>
                </a:r>
                <a:r>
                  <a:rPr kumimoji="0" lang="en-US" alt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282" name="Group 182">
              <a:extLst>
                <a:ext uri="{FF2B5EF4-FFF2-40B4-BE49-F238E27FC236}">
                  <a16:creationId xmlns:a16="http://schemas.microsoft.com/office/drawing/2014/main" id="{19C49CDA-616B-0942-AEEF-049BB04DF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283" name="Rectangle 183">
                <a:extLst>
                  <a:ext uri="{FF2B5EF4-FFF2-40B4-BE49-F238E27FC236}">
                    <a16:creationId xmlns:a16="http://schemas.microsoft.com/office/drawing/2014/main" id="{4F97E7C1-6241-2842-9ACE-7FBCF045B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71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84" name="Rectangle 184">
                <a:extLst>
                  <a:ext uri="{FF2B5EF4-FFF2-40B4-BE49-F238E27FC236}">
                    <a16:creationId xmlns:a16="http://schemas.microsoft.com/office/drawing/2014/main" id="{FBAAFC8C-9356-294D-B8F3-F6E481079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287" name="Group 187">
            <a:extLst>
              <a:ext uri="{FF2B5EF4-FFF2-40B4-BE49-F238E27FC236}">
                <a16:creationId xmlns:a16="http://schemas.microsoft.com/office/drawing/2014/main" id="{11860688-7535-2242-95B7-51DB4FCD1617}"/>
              </a:ext>
            </a:extLst>
          </p:cNvPr>
          <p:cNvGrpSpPr>
            <a:grpSpLocks/>
          </p:cNvGrpSpPr>
          <p:nvPr/>
        </p:nvGrpSpPr>
        <p:grpSpPr bwMode="auto">
          <a:xfrm>
            <a:off x="2438407" y="1622425"/>
            <a:ext cx="323850" cy="295274"/>
            <a:chOff x="1948" y="2058"/>
            <a:chExt cx="204" cy="184"/>
          </a:xfrm>
        </p:grpSpPr>
        <p:sp>
          <p:nvSpPr>
            <p:cNvPr id="288" name="Rectangle 188">
              <a:extLst>
                <a:ext uri="{FF2B5EF4-FFF2-40B4-BE49-F238E27FC236}">
                  <a16:creationId xmlns:a16="http://schemas.microsoft.com/office/drawing/2014/main" id="{731A6D81-5EA1-834F-A9B7-29A362ECB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" y="2075"/>
              <a:ext cx="191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89" name="Rectangle 189">
              <a:extLst>
                <a:ext uri="{FF2B5EF4-FFF2-40B4-BE49-F238E27FC236}">
                  <a16:creationId xmlns:a16="http://schemas.microsoft.com/office/drawing/2014/main" id="{2EAE3C28-1F19-034E-A583-4C40A2941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H</a:t>
              </a:r>
              <a:r>
                <a:rPr kumimoji="0" lang="en-US" alt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290" name="Text Box 7">
            <a:extLst>
              <a:ext uri="{FF2B5EF4-FFF2-40B4-BE49-F238E27FC236}">
                <a16:creationId xmlns:a16="http://schemas.microsoft.com/office/drawing/2014/main" id="{A538246A-59B9-0349-A984-2F7704DBA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369" y="1897058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frame</a:t>
            </a:r>
          </a:p>
        </p:txBody>
      </p:sp>
      <p:grpSp>
        <p:nvGrpSpPr>
          <p:cNvPr id="294" name="Group 190">
            <a:extLst>
              <a:ext uri="{FF2B5EF4-FFF2-40B4-BE49-F238E27FC236}">
                <a16:creationId xmlns:a16="http://schemas.microsoft.com/office/drawing/2014/main" id="{3A531A16-240C-9241-94EF-4C9AE49511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359407" y="1341434"/>
            <a:ext cx="803275" cy="771525"/>
            <a:chOff x="-44" y="1473"/>
            <a:chExt cx="981" cy="1105"/>
          </a:xfrm>
        </p:grpSpPr>
        <p:pic>
          <p:nvPicPr>
            <p:cNvPr id="295" name="Picture 191" descr="desktop_computer_stylized_medium">
              <a:extLst>
                <a:ext uri="{FF2B5EF4-FFF2-40B4-BE49-F238E27FC236}">
                  <a16:creationId xmlns:a16="http://schemas.microsoft.com/office/drawing/2014/main" id="{1407FE03-3BF1-1D45-8A83-D39E3D03C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6" name="Freeform 192">
              <a:extLst>
                <a:ext uri="{FF2B5EF4-FFF2-40B4-BE49-F238E27FC236}">
                  <a16:creationId xmlns:a16="http://schemas.microsoft.com/office/drawing/2014/main" id="{24E88B51-BE9B-3C48-9F67-26465B7496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0" name="Freeform 10">
            <a:extLst>
              <a:ext uri="{FF2B5EF4-FFF2-40B4-BE49-F238E27FC236}">
                <a16:creationId xmlns:a16="http://schemas.microsoft.com/office/drawing/2014/main" id="{7497192E-FD73-AA40-BE80-ABE9A774CC99}"/>
              </a:ext>
            </a:extLst>
          </p:cNvPr>
          <p:cNvSpPr>
            <a:spLocks/>
          </p:cNvSpPr>
          <p:nvPr/>
        </p:nvSpPr>
        <p:spPr bwMode="auto">
          <a:xfrm>
            <a:off x="4178506" y="4871041"/>
            <a:ext cx="360362" cy="1522901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3C6CDF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91" name="Group 187">
            <a:extLst>
              <a:ext uri="{FF2B5EF4-FFF2-40B4-BE49-F238E27FC236}">
                <a16:creationId xmlns:a16="http://schemas.microsoft.com/office/drawing/2014/main" id="{4888665C-41EE-644D-80C5-A5B9017648C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397382" y="5224459"/>
            <a:ext cx="803275" cy="771525"/>
            <a:chOff x="-44" y="1473"/>
            <a:chExt cx="981" cy="1105"/>
          </a:xfrm>
        </p:grpSpPr>
        <p:pic>
          <p:nvPicPr>
            <p:cNvPr id="292" name="Picture 188" descr="desktop_computer_stylized_medium">
              <a:extLst>
                <a:ext uri="{FF2B5EF4-FFF2-40B4-BE49-F238E27FC236}">
                  <a16:creationId xmlns:a16="http://schemas.microsoft.com/office/drawing/2014/main" id="{7A9F9E63-740A-7147-A711-8D8238FD97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3" name="Freeform 189">
              <a:extLst>
                <a:ext uri="{FF2B5EF4-FFF2-40B4-BE49-F238E27FC236}">
                  <a16:creationId xmlns:a16="http://schemas.microsoft.com/office/drawing/2014/main" id="{B678C5E1-8916-9C47-B1F3-E8A3F8BB6DB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0" name="Text Box 98">
            <a:extLst>
              <a:ext uri="{FF2B5EF4-FFF2-40B4-BE49-F238E27FC236}">
                <a16:creationId xmlns:a16="http://schemas.microsoft.com/office/drawing/2014/main" id="{9BC58A09-0AC8-5F40-B8A7-C0AF48D1D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0180" y="2584590"/>
            <a:ext cx="1317625" cy="695325"/>
          </a:xfrm>
          <a:prstGeom prst="rect">
            <a:avLst/>
          </a:prstGeom>
          <a:noFill/>
          <a:ln>
            <a:noFill/>
          </a:ln>
          <a:effectLst>
            <a:outerShdw blurRad="114300" dist="38100" dir="18900000" sx="123000" sy="123000" algn="b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link</a:t>
            </a: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physical</a:t>
            </a:r>
          </a:p>
        </p:txBody>
      </p:sp>
    </p:spTree>
    <p:extLst>
      <p:ext uri="{BB962C8B-B14F-4D97-AF65-F5344CB8AC3E}">
        <p14:creationId xmlns:p14="http://schemas.microsoft.com/office/powerpoint/2010/main" val="202389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0.0037 L 3.95833E-6 0.0458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7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047 L 0 0.0474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81481E-6 L 8.33333E-7 0.0421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C 0.00052 0.04653 -0.00013 0.07292 -0.00013 0.11273 L 0.29818 0.11158 L 0.29818 0.07315 L 0.58698 0.07084 C 0.58763 0.22384 0.58893 0.36829 0.59154 0.52292 L 0.49622 0.51852 C 0.49622 0.49144 0.49492 0.45185 0.49492 0.42454 " pathEditMode="relative" rAng="0" ptsTypes="AAAAAAAA">
                                      <p:cBhvr>
                                        <p:cTn id="64" dur="3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70" y="26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96296E-6 L -0.00078 -0.0493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2477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/>
      <p:bldP spid="192" grpId="1"/>
      <p:bldP spid="196" grpId="0"/>
      <p:bldP spid="196" grpId="1"/>
      <p:bldP spid="276" grpId="0"/>
      <p:bldP spid="290" grpId="0"/>
      <p:bldP spid="29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10" y="175425"/>
            <a:ext cx="10515600" cy="1156589"/>
          </a:xfrm>
        </p:spPr>
        <p:txBody>
          <a:bodyPr>
            <a:normAutofit/>
          </a:bodyPr>
          <a:lstStyle/>
          <a:p>
            <a:pPr lvl="0" algn="ctr" rtl="1">
              <a:lnSpc>
                <a:spcPct val="85000"/>
              </a:lnSpc>
              <a:spcBef>
                <a:spcPts val="0"/>
              </a:spcBef>
              <a:defRPr/>
            </a:pPr>
            <a:r>
              <a:rPr lang="he-IL" sz="4000" dirty="0" smtClean="0">
                <a:ea typeface="ＭＳ Ｐゴシック" panose="020B0600070205080204" pitchFamily="34" charset="-128"/>
                <a:cs typeface="+mn-cs"/>
              </a:rPr>
              <a:t>הנתונים הנשלחים ברשת מחולקים למנות - </a:t>
            </a:r>
            <a:r>
              <a:rPr lang="en-US" sz="4000" dirty="0">
                <a:ea typeface="ＭＳ Ｐゴシック" panose="020B0600070205080204" pitchFamily="34" charset="-128"/>
              </a:rPr>
              <a:t>packets</a:t>
            </a:r>
            <a:r>
              <a:rPr lang="en-US" sz="4000" dirty="0" smtClean="0">
                <a:ea typeface="ＭＳ Ｐゴシック" panose="020B0600070205080204" pitchFamily="34" charset="-128"/>
                <a:cs typeface="+mn-cs"/>
              </a:rPr>
              <a:t/>
            </a:r>
            <a:br>
              <a:rPr lang="en-US" sz="4000" dirty="0" smtClean="0">
                <a:ea typeface="ＭＳ Ｐゴシック" panose="020B0600070205080204" pitchFamily="34" charset="-128"/>
                <a:cs typeface="+mn-cs"/>
              </a:rPr>
            </a:br>
            <a:r>
              <a:rPr lang="he-IL" altLang="en-US" sz="4000" dirty="0" smtClean="0">
                <a:ea typeface="ＭＳ Ｐゴシック" panose="020B0600070205080204" pitchFamily="34" charset="-128"/>
                <a:cs typeface="+mn-cs"/>
              </a:rPr>
              <a:t>עִקוב </a:t>
            </a:r>
            <a:r>
              <a:rPr lang="he-IL" altLang="en-US" sz="4000" dirty="0">
                <a:ea typeface="ＭＳ Ｐゴシック" panose="020B0600070205080204" pitchFamily="34" charset="-128"/>
                <a:cs typeface="+mn-cs"/>
              </a:rPr>
              <a:t>במשלוח </a:t>
            </a:r>
            <a:r>
              <a:rPr lang="he-IL" altLang="en-US" sz="4000" dirty="0" smtClean="0">
                <a:ea typeface="ＭＳ Ｐゴシック" panose="020B0600070205080204" pitchFamily="34" charset="-128"/>
                <a:cs typeface="+mn-cs"/>
              </a:rPr>
              <a:t>המנ</a:t>
            </a:r>
            <a:r>
              <a:rPr lang="he-IL" altLang="en-US" sz="4000" dirty="0">
                <a:ea typeface="ＭＳ Ｐゴシック" panose="020B0600070205080204" pitchFamily="34" charset="-128"/>
                <a:cs typeface="+mn-cs"/>
              </a:rPr>
              <a:t>ה</a:t>
            </a:r>
            <a:r>
              <a:rPr lang="he-IL" altLang="en-US" sz="4000" dirty="0" smtClean="0">
                <a:ea typeface="ＭＳ Ｐゴシック" panose="020B0600070205080204" pitchFamily="34" charset="-128"/>
                <a:cs typeface="+mn-cs"/>
              </a:rPr>
              <a:t> </a:t>
            </a:r>
            <a:r>
              <a:rPr lang="he-IL" altLang="en-US" sz="400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-</a:t>
            </a:r>
            <a:r>
              <a:rPr lang="en-US" altLang="en-US" sz="4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packet transmission delay </a:t>
            </a:r>
            <a:endParaRPr lang="en-US" sz="40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10" name="Content Placeholder 52">
            <a:extLst>
              <a:ext uri="{FF2B5EF4-FFF2-40B4-BE49-F238E27FC236}">
                <a16:creationId xmlns:a16="http://schemas.microsoft.com/office/drawing/2014/main" id="{A98B0054-C347-AD46-AD0F-D56091B68BA0}"/>
              </a:ext>
            </a:extLst>
          </p:cNvPr>
          <p:cNvSpPr txBox="1">
            <a:spLocks/>
          </p:cNvSpPr>
          <p:nvPr/>
        </p:nvSpPr>
        <p:spPr>
          <a:xfrm>
            <a:off x="922611" y="2184851"/>
            <a:ext cx="5501619" cy="2651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 sending function: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takes application message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breaks into smaller chunks, known as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packets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of length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bits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transmits packet into access network at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transmission rate 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1" name="Group 219">
            <a:extLst>
              <a:ext uri="{FF2B5EF4-FFF2-40B4-BE49-F238E27FC236}">
                <a16:creationId xmlns:a16="http://schemas.microsoft.com/office/drawing/2014/main" id="{1783C255-624C-5A4A-B201-4875BCB2AD61}"/>
              </a:ext>
            </a:extLst>
          </p:cNvPr>
          <p:cNvGrpSpPr>
            <a:grpSpLocks/>
          </p:cNvGrpSpPr>
          <p:nvPr/>
        </p:nvGrpSpPr>
        <p:grpSpPr bwMode="auto">
          <a:xfrm>
            <a:off x="7825117" y="3017234"/>
            <a:ext cx="409575" cy="565150"/>
            <a:chOff x="375561" y="297711"/>
            <a:chExt cx="1252683" cy="2142487"/>
          </a:xfrm>
        </p:grpSpPr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89269C3F-0BE6-9D44-A53A-CF1E0B5B0B1E}"/>
                </a:ext>
              </a:extLst>
            </p:cNvPr>
            <p:cNvSpPr/>
            <p:nvPr/>
          </p:nvSpPr>
          <p:spPr>
            <a:xfrm>
              <a:off x="375561" y="297711"/>
              <a:ext cx="971072" cy="2136471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F003663-2144-534A-8D8A-23C83C360D46}"/>
                </a:ext>
              </a:extLst>
            </p:cNvPr>
            <p:cNvSpPr/>
            <p:nvPr/>
          </p:nvSpPr>
          <p:spPr>
            <a:xfrm>
              <a:off x="375561" y="309747"/>
              <a:ext cx="1247826" cy="77033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07710C4-EE82-5149-B4B9-B5C3DF34C6A0}"/>
                </a:ext>
              </a:extLst>
            </p:cNvPr>
            <p:cNvSpPr/>
            <p:nvPr/>
          </p:nvSpPr>
          <p:spPr>
            <a:xfrm>
              <a:off x="1332065" y="1080080"/>
              <a:ext cx="296179" cy="136011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15" name="Line 305">
            <a:extLst>
              <a:ext uri="{FF2B5EF4-FFF2-40B4-BE49-F238E27FC236}">
                <a16:creationId xmlns:a16="http://schemas.microsoft.com/office/drawing/2014/main" id="{BBE875D3-B5E1-D542-8736-8F7BF5F61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8979" y="3941159"/>
            <a:ext cx="2454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2" name="TextBox 1">
            <a:extLst>
              <a:ext uri="{FF2B5EF4-FFF2-40B4-BE49-F238E27FC236}">
                <a16:creationId xmlns:a16="http://schemas.microsoft.com/office/drawing/2014/main" id="{57CFAEA6-E43A-CC4A-9A23-AAEB7EC54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979" y="4435965"/>
            <a:ext cx="31650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 transmission rate</a:t>
            </a:r>
          </a:p>
        </p:txBody>
      </p:sp>
      <p:grpSp>
        <p:nvGrpSpPr>
          <p:cNvPr id="123" name="Group 201">
            <a:extLst>
              <a:ext uri="{FF2B5EF4-FFF2-40B4-BE49-F238E27FC236}">
                <a16:creationId xmlns:a16="http://schemas.microsoft.com/office/drawing/2014/main" id="{F38845F8-A22A-0840-B6B2-BA9B57A2E12B}"/>
              </a:ext>
            </a:extLst>
          </p:cNvPr>
          <p:cNvGrpSpPr>
            <a:grpSpLocks/>
          </p:cNvGrpSpPr>
          <p:nvPr/>
        </p:nvGrpSpPr>
        <p:grpSpPr bwMode="auto">
          <a:xfrm>
            <a:off x="7577467" y="3023584"/>
            <a:ext cx="409575" cy="565150"/>
            <a:chOff x="375561" y="297711"/>
            <a:chExt cx="1252683" cy="213836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F0213471-FC5E-3740-8228-F482430433EE}"/>
                </a:ext>
              </a:extLst>
            </p:cNvPr>
            <p:cNvSpPr/>
            <p:nvPr/>
          </p:nvSpPr>
          <p:spPr>
            <a:xfrm>
              <a:off x="375561" y="297711"/>
              <a:ext cx="971072" cy="2138362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6787" h="2138362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1D32F859-6ED6-3846-AD75-0B8D3DD89215}"/>
                </a:ext>
              </a:extLst>
            </p:cNvPr>
            <p:cNvSpPr/>
            <p:nvPr/>
          </p:nvSpPr>
          <p:spPr>
            <a:xfrm>
              <a:off x="375561" y="309724"/>
              <a:ext cx="1247826" cy="768849"/>
            </a:xfrm>
            <a:custGeom>
              <a:avLst/>
              <a:gdLst>
                <a:gd name="connsiteX0" fmla="*/ 0 w 966787"/>
                <a:gd name="connsiteY0" fmla="*/ 0 h 2138362"/>
                <a:gd name="connsiteX1" fmla="*/ 0 w 966787"/>
                <a:gd name="connsiteY1" fmla="*/ 1190625 h 2138362"/>
                <a:gd name="connsiteX2" fmla="*/ 966787 w 966787"/>
                <a:gd name="connsiteY2" fmla="*/ 2138362 h 2138362"/>
                <a:gd name="connsiteX3" fmla="*/ 962025 w 966787"/>
                <a:gd name="connsiteY3" fmla="*/ 742950 h 2138362"/>
                <a:gd name="connsiteX4" fmla="*/ 0 w 966787"/>
                <a:gd name="connsiteY4" fmla="*/ 0 h 2138362"/>
                <a:gd name="connsiteX0" fmla="*/ 928688 w 1895475"/>
                <a:gd name="connsiteY0" fmla="*/ 0 h 2138362"/>
                <a:gd name="connsiteX1" fmla="*/ 0 w 1895475"/>
                <a:gd name="connsiteY1" fmla="*/ 461963 h 2138362"/>
                <a:gd name="connsiteX2" fmla="*/ 1895475 w 1895475"/>
                <a:gd name="connsiteY2" fmla="*/ 2138362 h 2138362"/>
                <a:gd name="connsiteX3" fmla="*/ 1890713 w 1895475"/>
                <a:gd name="connsiteY3" fmla="*/ 742950 h 2138362"/>
                <a:gd name="connsiteX4" fmla="*/ 928688 w 1895475"/>
                <a:gd name="connsiteY4" fmla="*/ 0 h 213836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890713 w 1895475"/>
                <a:gd name="connsiteY3" fmla="*/ 342900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143000 w 1895475"/>
                <a:gd name="connsiteY3" fmla="*/ 7762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895475"/>
                <a:gd name="connsiteY0" fmla="*/ 0 h 1738312"/>
                <a:gd name="connsiteX1" fmla="*/ 0 w 1895475"/>
                <a:gd name="connsiteY1" fmla="*/ 61913 h 1738312"/>
                <a:gd name="connsiteX2" fmla="*/ 1895475 w 1895475"/>
                <a:gd name="connsiteY2" fmla="*/ 1738312 h 1738312"/>
                <a:gd name="connsiteX3" fmla="*/ 1238250 w 1895475"/>
                <a:gd name="connsiteY3" fmla="*/ 814388 h 1738312"/>
                <a:gd name="connsiteX4" fmla="*/ 247650 w 1895475"/>
                <a:gd name="connsiteY4" fmla="*/ 0 h 1738312"/>
                <a:gd name="connsiteX0" fmla="*/ 247650 w 1238250"/>
                <a:gd name="connsiteY0" fmla="*/ 0 h 862012"/>
                <a:gd name="connsiteX1" fmla="*/ 0 w 1238250"/>
                <a:gd name="connsiteY1" fmla="*/ 61913 h 862012"/>
                <a:gd name="connsiteX2" fmla="*/ 947738 w 1238250"/>
                <a:gd name="connsiteY2" fmla="*/ 862012 h 862012"/>
                <a:gd name="connsiteX3" fmla="*/ 1238250 w 1238250"/>
                <a:gd name="connsiteY3" fmla="*/ 814388 h 862012"/>
                <a:gd name="connsiteX4" fmla="*/ 247650 w 1238250"/>
                <a:gd name="connsiteY4" fmla="*/ 0 h 8620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47650 w 1238250"/>
                <a:gd name="connsiteY0" fmla="*/ 0 h 823912"/>
                <a:gd name="connsiteX1" fmla="*/ 0 w 1238250"/>
                <a:gd name="connsiteY1" fmla="*/ 61913 h 823912"/>
                <a:gd name="connsiteX2" fmla="*/ 952500 w 1238250"/>
                <a:gd name="connsiteY2" fmla="*/ 823912 h 823912"/>
                <a:gd name="connsiteX3" fmla="*/ 1238250 w 1238250"/>
                <a:gd name="connsiteY3" fmla="*/ 814388 h 823912"/>
                <a:gd name="connsiteX4" fmla="*/ 247650 w 1238250"/>
                <a:gd name="connsiteY4" fmla="*/ 0 h 823912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8 h 766762"/>
                <a:gd name="connsiteX4" fmla="*/ 233363 w 1238250"/>
                <a:gd name="connsiteY4" fmla="*/ 0 h 766762"/>
                <a:gd name="connsiteX0" fmla="*/ 233363 w 1238250"/>
                <a:gd name="connsiteY0" fmla="*/ 0 h 773376"/>
                <a:gd name="connsiteX1" fmla="*/ 0 w 1238250"/>
                <a:gd name="connsiteY1" fmla="*/ 4763 h 773376"/>
                <a:gd name="connsiteX2" fmla="*/ 952500 w 1238250"/>
                <a:gd name="connsiteY2" fmla="*/ 766762 h 773376"/>
                <a:gd name="connsiteX3" fmla="*/ 1238250 w 1238250"/>
                <a:gd name="connsiteY3" fmla="*/ 771525 h 773376"/>
                <a:gd name="connsiteX4" fmla="*/ 233363 w 1238250"/>
                <a:gd name="connsiteY4" fmla="*/ 0 h 773376"/>
                <a:gd name="connsiteX0" fmla="*/ 233363 w 1238250"/>
                <a:gd name="connsiteY0" fmla="*/ 0 h 766762"/>
                <a:gd name="connsiteX1" fmla="*/ 0 w 1238250"/>
                <a:gd name="connsiteY1" fmla="*/ 4763 h 766762"/>
                <a:gd name="connsiteX2" fmla="*/ 952500 w 1238250"/>
                <a:gd name="connsiteY2" fmla="*/ 766762 h 766762"/>
                <a:gd name="connsiteX3" fmla="*/ 1238250 w 1238250"/>
                <a:gd name="connsiteY3" fmla="*/ 757236 h 766762"/>
                <a:gd name="connsiteX4" fmla="*/ 233363 w 1238250"/>
                <a:gd name="connsiteY4" fmla="*/ 0 h 766762"/>
                <a:gd name="connsiteX0" fmla="*/ 233363 w 1238250"/>
                <a:gd name="connsiteY0" fmla="*/ 0 h 773375"/>
                <a:gd name="connsiteX1" fmla="*/ 0 w 1238250"/>
                <a:gd name="connsiteY1" fmla="*/ 4763 h 773375"/>
                <a:gd name="connsiteX2" fmla="*/ 952500 w 1238250"/>
                <a:gd name="connsiteY2" fmla="*/ 766762 h 773375"/>
                <a:gd name="connsiteX3" fmla="*/ 1238250 w 1238250"/>
                <a:gd name="connsiteY3" fmla="*/ 771523 h 773375"/>
                <a:gd name="connsiteX4" fmla="*/ 233363 w 1238250"/>
                <a:gd name="connsiteY4" fmla="*/ 0 h 773375"/>
                <a:gd name="connsiteX0" fmla="*/ 233363 w 1238250"/>
                <a:gd name="connsiteY0" fmla="*/ 0 h 771523"/>
                <a:gd name="connsiteX1" fmla="*/ 0 w 1238250"/>
                <a:gd name="connsiteY1" fmla="*/ 4763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71523"/>
                <a:gd name="connsiteX1" fmla="*/ 0 w 1238250"/>
                <a:gd name="connsiteY1" fmla="*/ 23466 h 771523"/>
                <a:gd name="connsiteX2" fmla="*/ 952500 w 1238250"/>
                <a:gd name="connsiteY2" fmla="*/ 766762 h 771523"/>
                <a:gd name="connsiteX3" fmla="*/ 1238250 w 1238250"/>
                <a:gd name="connsiteY3" fmla="*/ 771523 h 771523"/>
                <a:gd name="connsiteX4" fmla="*/ 233363 w 1238250"/>
                <a:gd name="connsiteY4" fmla="*/ 0 h 771523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33363 w 1238250"/>
                <a:gd name="connsiteY0" fmla="*/ 0 h 757496"/>
                <a:gd name="connsiteX1" fmla="*/ 0 w 1238250"/>
                <a:gd name="connsiteY1" fmla="*/ 9439 h 757496"/>
                <a:gd name="connsiteX2" fmla="*/ 952500 w 1238250"/>
                <a:gd name="connsiteY2" fmla="*/ 752735 h 757496"/>
                <a:gd name="connsiteX3" fmla="*/ 1238250 w 1238250"/>
                <a:gd name="connsiteY3" fmla="*/ 757496 h 757496"/>
                <a:gd name="connsiteX4" fmla="*/ 233363 w 1238250"/>
                <a:gd name="connsiteY4" fmla="*/ 0 h 757496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  <a:gd name="connsiteX0" fmla="*/ 243561 w 1248448"/>
                <a:gd name="connsiteY0" fmla="*/ 573 h 758069"/>
                <a:gd name="connsiteX1" fmla="*/ 0 w 1248448"/>
                <a:gd name="connsiteY1" fmla="*/ 0 h 758069"/>
                <a:gd name="connsiteX2" fmla="*/ 962698 w 1248448"/>
                <a:gd name="connsiteY2" fmla="*/ 753308 h 758069"/>
                <a:gd name="connsiteX3" fmla="*/ 1248448 w 1248448"/>
                <a:gd name="connsiteY3" fmla="*/ 758069 h 758069"/>
                <a:gd name="connsiteX4" fmla="*/ 243561 w 1248448"/>
                <a:gd name="connsiteY4" fmla="*/ 573 h 758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448" h="758069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7C54F76-C247-2040-BB89-13AEDD66B619}"/>
                </a:ext>
              </a:extLst>
            </p:cNvPr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27" name="TextBox 205">
            <a:extLst>
              <a:ext uri="{FF2B5EF4-FFF2-40B4-BE49-F238E27FC236}">
                <a16:creationId xmlns:a16="http://schemas.microsoft.com/office/drawing/2014/main" id="{56C0E3F4-BAC0-054D-864D-73B840482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579" y="4199922"/>
            <a:ext cx="6386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</a:t>
            </a:r>
          </a:p>
        </p:txBody>
      </p:sp>
      <p:grpSp>
        <p:nvGrpSpPr>
          <p:cNvPr id="128" name="Group 206">
            <a:extLst>
              <a:ext uri="{FF2B5EF4-FFF2-40B4-BE49-F238E27FC236}">
                <a16:creationId xmlns:a16="http://schemas.microsoft.com/office/drawing/2014/main" id="{2AB05662-A87F-5F48-9BEE-842E0153F175}"/>
              </a:ext>
            </a:extLst>
          </p:cNvPr>
          <p:cNvGrpSpPr>
            <a:grpSpLocks/>
          </p:cNvGrpSpPr>
          <p:nvPr/>
        </p:nvGrpSpPr>
        <p:grpSpPr bwMode="auto">
          <a:xfrm>
            <a:off x="7102804" y="3749072"/>
            <a:ext cx="1295400" cy="506412"/>
            <a:chOff x="1816230" y="6118900"/>
            <a:chExt cx="1843339" cy="739100"/>
          </a:xfrm>
        </p:grpSpPr>
        <p:pic>
          <p:nvPicPr>
            <p:cNvPr id="129" name="Picture 8">
              <a:extLst>
                <a:ext uri="{FF2B5EF4-FFF2-40B4-BE49-F238E27FC236}">
                  <a16:creationId xmlns:a16="http://schemas.microsoft.com/office/drawing/2014/main" id="{E6CEDF5D-D08B-B14B-A83A-85FD119A79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2069"/>
              <a:ext cx="1843339" cy="715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9048EF3-5E61-E84E-A403-E94CBDDEE0A1}"/>
                </a:ext>
              </a:extLst>
            </p:cNvPr>
            <p:cNvSpPr/>
            <p:nvPr/>
          </p:nvSpPr>
          <p:spPr>
            <a:xfrm rot="1049095">
              <a:off x="1947252" y="6118900"/>
              <a:ext cx="1651325" cy="46338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31" name="Group 209">
            <a:extLst>
              <a:ext uri="{FF2B5EF4-FFF2-40B4-BE49-F238E27FC236}">
                <a16:creationId xmlns:a16="http://schemas.microsoft.com/office/drawing/2014/main" id="{167721A3-FDBE-8C46-B6F4-8B59460C385E}"/>
              </a:ext>
            </a:extLst>
          </p:cNvPr>
          <p:cNvGrpSpPr>
            <a:grpSpLocks/>
          </p:cNvGrpSpPr>
          <p:nvPr/>
        </p:nvGrpSpPr>
        <p:grpSpPr bwMode="auto">
          <a:xfrm>
            <a:off x="7242504" y="2132997"/>
            <a:ext cx="1409700" cy="877887"/>
            <a:chOff x="2387973" y="4309243"/>
            <a:chExt cx="1771787" cy="1282262"/>
          </a:xfrm>
        </p:grpSpPr>
        <p:pic>
          <p:nvPicPr>
            <p:cNvPr id="132" name="Picture 9">
              <a:extLst>
                <a:ext uri="{FF2B5EF4-FFF2-40B4-BE49-F238E27FC236}">
                  <a16:creationId xmlns:a16="http://schemas.microsoft.com/office/drawing/2014/main" id="{51FAC978-0CFD-394B-81C0-80683828F7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508" y="4309243"/>
              <a:ext cx="1284945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340CE55-B950-0B43-BD77-490D7F00C056}"/>
                </a:ext>
              </a:extLst>
            </p:cNvPr>
            <p:cNvSpPr/>
            <p:nvPr/>
          </p:nvSpPr>
          <p:spPr>
            <a:xfrm rot="11601822">
              <a:off x="2387973" y="5127757"/>
              <a:ext cx="1771787" cy="424330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alpha val="48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34" name="TextBox 215">
            <a:extLst>
              <a:ext uri="{FF2B5EF4-FFF2-40B4-BE49-F238E27FC236}">
                <a16:creationId xmlns:a16="http://schemas.microsoft.com/office/drawing/2014/main" id="{08652FA1-7974-3443-8815-45FAE75FE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804" y="3555397"/>
            <a:ext cx="288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135" name="TextBox 216">
            <a:extLst>
              <a:ext uri="{FF2B5EF4-FFF2-40B4-BE49-F238E27FC236}">
                <a16:creationId xmlns:a16="http://schemas.microsoft.com/office/drawing/2014/main" id="{B2DFB57D-4700-E945-86BB-18293CCD9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0504" y="3563334"/>
            <a:ext cx="2889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cxnSp>
        <p:nvCxnSpPr>
          <p:cNvPr id="136" name="Straight Connector 3">
            <a:extLst>
              <a:ext uri="{FF2B5EF4-FFF2-40B4-BE49-F238E27FC236}">
                <a16:creationId xmlns:a16="http://schemas.microsoft.com/office/drawing/2014/main" id="{FBBE3444-7CBE-F14B-B7E8-0383406AC1F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41042" y="2577497"/>
            <a:ext cx="1225550" cy="565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" name="TextBox 234">
            <a:extLst>
              <a:ext uri="{FF2B5EF4-FFF2-40B4-BE49-F238E27FC236}">
                <a16:creationId xmlns:a16="http://schemas.microsoft.com/office/drawing/2014/main" id="{E4BF320B-881D-FC4C-AA1D-E8017D839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4679" y="2228247"/>
            <a:ext cx="18244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two packets,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bits each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19D0037-5A33-094A-B56A-A6725F0071E1}"/>
              </a:ext>
            </a:extLst>
          </p:cNvPr>
          <p:cNvGrpSpPr/>
          <p:nvPr/>
        </p:nvGrpSpPr>
        <p:grpSpPr>
          <a:xfrm>
            <a:off x="10506147" y="3669119"/>
            <a:ext cx="1200246" cy="477406"/>
            <a:chOff x="3668110" y="2448910"/>
            <a:chExt cx="3794234" cy="2165130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A9898D4-BC65-E748-94F3-2D54D26D96F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D5CAA6B7-B19A-704A-A583-2A25A6A2BDA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807DB28-C49C-1F47-993A-E4A5D8E3AD3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12EFFE72-BC3C-CC49-AB49-16A0474F5064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C69BFDC0-0B31-D049-BA7F-3FCD7CA2CF31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F93BED00-199F-094A-BBBD-21F3A38D650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0764D4E8-C385-5D47-B4A0-DC425C12DA68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46" name="Straight Connector 3">
            <a:extLst>
              <a:ext uri="{FF2B5EF4-FFF2-40B4-BE49-F238E27FC236}">
                <a16:creationId xmlns:a16="http://schemas.microsoft.com/office/drawing/2014/main" id="{5571A294-549C-9140-89B0-D3E6B5C20F8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264979" y="4020904"/>
            <a:ext cx="0" cy="4583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Right Arrow 2">
            <a:extLst>
              <a:ext uri="{FF2B5EF4-FFF2-40B4-BE49-F238E27FC236}">
                <a16:creationId xmlns:a16="http://schemas.microsoft.com/office/drawing/2014/main" id="{23DA3897-58AF-E74F-8974-5062251B6401}"/>
              </a:ext>
            </a:extLst>
          </p:cNvPr>
          <p:cNvSpPr/>
          <p:nvPr/>
        </p:nvSpPr>
        <p:spPr>
          <a:xfrm>
            <a:off x="8311695" y="3223689"/>
            <a:ext cx="978408" cy="260093"/>
          </a:xfrm>
          <a:prstGeom prst="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5000">
                <a:schemeClr val="accent1">
                  <a:lumMod val="20000"/>
                  <a:lumOff val="8000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E2A643-E19F-834C-A4A9-DFD2845E5A32}"/>
              </a:ext>
            </a:extLst>
          </p:cNvPr>
          <p:cNvGrpSpPr/>
          <p:nvPr/>
        </p:nvGrpSpPr>
        <p:grpSpPr>
          <a:xfrm>
            <a:off x="1191582" y="5251754"/>
            <a:ext cx="7796249" cy="1077218"/>
            <a:chOff x="2812686" y="5251754"/>
            <a:chExt cx="6175146" cy="1077218"/>
          </a:xfrm>
        </p:grpSpPr>
        <p:sp>
          <p:nvSpPr>
            <p:cNvPr id="150" name="TextBox 235">
              <a:extLst>
                <a:ext uri="{FF2B5EF4-FFF2-40B4-BE49-F238E27FC236}">
                  <a16:creationId xmlns:a16="http://schemas.microsoft.com/office/drawing/2014/main" id="{554D03F1-261B-274D-BE6B-68B0F085B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2686" y="5259812"/>
              <a:ext cx="1400817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packet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transmission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delay</a:t>
              </a:r>
            </a:p>
          </p:txBody>
        </p:sp>
        <p:sp>
          <p:nvSpPr>
            <p:cNvPr id="151" name="TextBox 237">
              <a:extLst>
                <a:ext uri="{FF2B5EF4-FFF2-40B4-BE49-F238E27FC236}">
                  <a16:creationId xmlns:a16="http://schemas.microsoft.com/office/drawing/2014/main" id="{9CD3A186-E3CE-C042-8649-3B739F26D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8467" y="5291362"/>
              <a:ext cx="2103653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time needed to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transmit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-bit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packet into link</a:t>
              </a:r>
            </a:p>
          </p:txBody>
        </p:sp>
        <p:sp>
          <p:nvSpPr>
            <p:cNvPr id="152" name="TextBox 4">
              <a:extLst>
                <a:ext uri="{FF2B5EF4-FFF2-40B4-BE49-F238E27FC236}">
                  <a16:creationId xmlns:a16="http://schemas.microsoft.com/office/drawing/2014/main" id="{B952BAFD-58AC-214C-BE5D-ADF785D9B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6019" y="5251754"/>
              <a:ext cx="1471813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</a:t>
              </a:r>
              <a:r>
                <a: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(bits)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</a:t>
              </a:r>
              <a:r>
                <a: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(bits/sec)</a:t>
              </a: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153" name="Straight Connector 9">
              <a:extLst>
                <a:ext uri="{FF2B5EF4-FFF2-40B4-BE49-F238E27FC236}">
                  <a16:creationId xmlns:a16="http://schemas.microsoft.com/office/drawing/2014/main" id="{67DC36C0-FB7F-C743-A67E-B459F261B2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03331" y="5796974"/>
              <a:ext cx="286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" name="TextBox 10">
              <a:extLst>
                <a:ext uri="{FF2B5EF4-FFF2-40B4-BE49-F238E27FC236}">
                  <a16:creationId xmlns:a16="http://schemas.microsoft.com/office/drawing/2014/main" id="{E6FBAEB0-9208-834B-AE45-DB91BAA9D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6507" y="5477615"/>
              <a:ext cx="38985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=</a:t>
              </a:r>
            </a:p>
          </p:txBody>
        </p:sp>
        <p:sp>
          <p:nvSpPr>
            <p:cNvPr id="155" name="TextBox 245">
              <a:extLst>
                <a:ext uri="{FF2B5EF4-FFF2-40B4-BE49-F238E27FC236}">
                  <a16:creationId xmlns:a16="http://schemas.microsoft.com/office/drawing/2014/main" id="{46450F73-8344-8247-AF42-74BDC01EF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19119" y="5484897"/>
              <a:ext cx="38985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=</a:t>
              </a:r>
            </a:p>
          </p:txBody>
        </p:sp>
      </p:grp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B251BB5B-B793-A244-AD35-80C025284C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0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10" y="175425"/>
            <a:ext cx="10515600" cy="1156589"/>
          </a:xfrm>
        </p:spPr>
        <p:txBody>
          <a:bodyPr>
            <a:normAutofit/>
          </a:bodyPr>
          <a:lstStyle/>
          <a:p>
            <a:pPr algn="ctr" rtl="1">
              <a:lnSpc>
                <a:spcPct val="85000"/>
              </a:lnSpc>
              <a:spcBef>
                <a:spcPts val="0"/>
              </a:spcBef>
              <a:defRPr/>
            </a:pPr>
            <a:r>
              <a:rPr lang="he-IL" altLang="en-US" sz="4000" dirty="0" smtClean="0">
                <a:ea typeface="ＭＳ Ｐゴシック" panose="020B0600070205080204" pitchFamily="34" charset="-128"/>
                <a:cs typeface="+mn-cs"/>
              </a:rPr>
              <a:t>עִקוב במשלוח המנה </a:t>
            </a:r>
            <a:r>
              <a:rPr lang="he-IL" altLang="en-US" sz="400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-</a:t>
            </a:r>
            <a:r>
              <a:rPr lang="en-US" altLang="en-US" sz="4000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  <a:t>packet transmission delay </a:t>
            </a:r>
            <a:r>
              <a:rPr lang="en-US" sz="4000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  <a:t/>
            </a:r>
            <a:br>
              <a:rPr lang="en-US" sz="4000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</a:br>
            <a:r>
              <a:rPr lang="he-IL" sz="4000" dirty="0" smtClean="0">
                <a:ea typeface="ＭＳ Ｐゴシック" panose="020B0600070205080204" pitchFamily="34" charset="-128"/>
                <a:cs typeface="+mn-cs"/>
              </a:rPr>
              <a:t>דוגמאות</a:t>
            </a:r>
            <a:endParaRPr lang="en-US" sz="40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588" y="1538773"/>
            <a:ext cx="6845843" cy="2241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86390" y="4653136"/>
            <a:ext cx="89827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A</a:t>
            </a:r>
            <a:r>
              <a:rPr lang="en-US" sz="2400" dirty="0" smtClean="0"/>
              <a:t>t </a:t>
            </a:r>
            <a:r>
              <a:rPr lang="en-US" sz="2400" dirty="0"/>
              <a:t>time </a:t>
            </a:r>
            <a:r>
              <a:rPr lang="en-US" sz="2400" dirty="0" smtClean="0"/>
              <a:t>L/R </a:t>
            </a:r>
            <a:r>
              <a:rPr lang="en-US" sz="2400" dirty="0"/>
              <a:t>seconds, the source has transmitted the </a:t>
            </a:r>
            <a:r>
              <a:rPr lang="en-US" sz="2400" dirty="0" smtClean="0"/>
              <a:t>entire packet.</a:t>
            </a:r>
          </a:p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dirty="0"/>
              <a:t>router </a:t>
            </a:r>
            <a:r>
              <a:rPr lang="en-US" sz="2400" dirty="0" smtClean="0"/>
              <a:t>can </a:t>
            </a:r>
            <a:r>
              <a:rPr lang="en-US" sz="2400" dirty="0"/>
              <a:t>begin to transmit the packet onto the </a:t>
            </a:r>
            <a:r>
              <a:rPr lang="en-US" sz="2400" dirty="0" smtClean="0"/>
              <a:t>outbound link.</a:t>
            </a:r>
          </a:p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A</a:t>
            </a:r>
            <a:r>
              <a:rPr lang="en-US" sz="2400" dirty="0" smtClean="0"/>
              <a:t>t </a:t>
            </a:r>
            <a:r>
              <a:rPr lang="en-US" sz="2400" dirty="0"/>
              <a:t>time </a:t>
            </a:r>
            <a:r>
              <a:rPr lang="en-US" sz="2400" dirty="0" smtClean="0"/>
              <a:t>2L/R</a:t>
            </a:r>
            <a:r>
              <a:rPr lang="en-US" sz="2400" dirty="0"/>
              <a:t>, the router has </a:t>
            </a:r>
            <a:r>
              <a:rPr lang="en-US" sz="2400" dirty="0" smtClean="0"/>
              <a:t>transmitted the </a:t>
            </a:r>
            <a:r>
              <a:rPr lang="en-US" sz="2400" dirty="0"/>
              <a:t>entire </a:t>
            </a:r>
            <a:r>
              <a:rPr lang="en-US" sz="2400" dirty="0" smtClean="0"/>
              <a:t>packet.</a:t>
            </a:r>
          </a:p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/>
              <a:t>Thus</a:t>
            </a:r>
            <a:r>
              <a:rPr lang="en-US" sz="2400" dirty="0"/>
              <a:t>, the total delay is </a:t>
            </a:r>
            <a:r>
              <a:rPr lang="en-US" sz="2400" dirty="0" smtClean="0"/>
              <a:t>2L/R</a:t>
            </a:r>
            <a:r>
              <a:rPr lang="en-US" sz="2400" dirty="0"/>
              <a:t>.</a:t>
            </a:r>
            <a:r>
              <a:rPr lang="he-IL" sz="2400" dirty="0" smtClean="0"/>
              <a:t> </a:t>
            </a:r>
            <a:endParaRPr lang="en-US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1586390" y="3985759"/>
            <a:ext cx="9361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amount of </a:t>
            </a:r>
            <a:r>
              <a:rPr lang="en-US" sz="2400" dirty="0" smtClean="0"/>
              <a:t>time, until </a:t>
            </a:r>
            <a:r>
              <a:rPr lang="en-US" sz="2400" dirty="0"/>
              <a:t>the destination has received </a:t>
            </a:r>
            <a:r>
              <a:rPr lang="en-US" sz="2400" dirty="0" smtClean="0"/>
              <a:t>the first packet: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6491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10" y="175425"/>
            <a:ext cx="10515600" cy="1156589"/>
          </a:xfrm>
        </p:spPr>
        <p:txBody>
          <a:bodyPr>
            <a:normAutofit/>
          </a:bodyPr>
          <a:lstStyle/>
          <a:p>
            <a:pPr algn="ctr" rtl="1">
              <a:lnSpc>
                <a:spcPct val="85000"/>
              </a:lnSpc>
              <a:spcBef>
                <a:spcPts val="0"/>
              </a:spcBef>
              <a:defRPr/>
            </a:pPr>
            <a:r>
              <a:rPr lang="he-IL" altLang="en-US" sz="4000" dirty="0" smtClean="0">
                <a:ea typeface="ＭＳ Ｐゴシック" panose="020B0600070205080204" pitchFamily="34" charset="-128"/>
                <a:cs typeface="+mn-cs"/>
              </a:rPr>
              <a:t>עִקוב במשלוח המנה </a:t>
            </a:r>
            <a:r>
              <a:rPr lang="he-IL" altLang="en-US" sz="4000" dirty="0" smtClean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-</a:t>
            </a:r>
            <a:r>
              <a:rPr lang="en-US" altLang="en-US" sz="4000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  <a:t>packet transmission delay </a:t>
            </a:r>
            <a:r>
              <a:rPr lang="en-US" sz="4000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  <a:t/>
            </a:r>
            <a:br>
              <a:rPr lang="en-US" sz="4000" dirty="0" smtClean="0">
                <a:solidFill>
                  <a:srgbClr val="FF0000"/>
                </a:solidFill>
                <a:ea typeface="ＭＳ Ｐゴシック" panose="020B0600070205080204" pitchFamily="34" charset="-128"/>
              </a:rPr>
            </a:br>
            <a:r>
              <a:rPr lang="he-IL" sz="4000" dirty="0" smtClean="0">
                <a:ea typeface="ＭＳ Ｐゴシック" panose="020B0600070205080204" pitchFamily="34" charset="-128"/>
                <a:cs typeface="+mn-cs"/>
              </a:rPr>
              <a:t>דוגמאות</a:t>
            </a:r>
            <a:endParaRPr lang="en-US" sz="40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13313" y="1857867"/>
            <a:ext cx="903112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/>
              <a:t>At </a:t>
            </a:r>
            <a:r>
              <a:rPr lang="en-US" sz="2400" dirty="0"/>
              <a:t>time </a:t>
            </a:r>
            <a:r>
              <a:rPr lang="en-US" sz="2400" dirty="0" smtClean="0"/>
              <a:t>L/R</a:t>
            </a:r>
            <a:r>
              <a:rPr lang="en-US" sz="2400" dirty="0"/>
              <a:t>, the router begins to forward the first packet.</a:t>
            </a:r>
            <a:endParaRPr lang="en-US" sz="2400" dirty="0" smtClean="0"/>
          </a:p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/>
              <a:t>But also </a:t>
            </a:r>
            <a:r>
              <a:rPr lang="en-US" sz="2400" dirty="0"/>
              <a:t>at time </a:t>
            </a:r>
            <a:r>
              <a:rPr lang="en-US" sz="2400" dirty="0" smtClean="0"/>
              <a:t>L/R </a:t>
            </a:r>
            <a:r>
              <a:rPr lang="en-US" sz="2400" dirty="0"/>
              <a:t>the source will begin to send the second packet.</a:t>
            </a:r>
            <a:endParaRPr lang="en-US" sz="2400" dirty="0" smtClean="0"/>
          </a:p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/>
              <a:t>A</a:t>
            </a:r>
            <a:r>
              <a:rPr lang="en-US" sz="2400" dirty="0" smtClean="0"/>
              <a:t>t </a:t>
            </a:r>
            <a:r>
              <a:rPr lang="en-US" sz="2400" dirty="0"/>
              <a:t>time </a:t>
            </a:r>
            <a:r>
              <a:rPr lang="en-US" sz="2400" dirty="0" smtClean="0"/>
              <a:t>2L/R</a:t>
            </a:r>
            <a:r>
              <a:rPr lang="en-US" sz="2400" dirty="0"/>
              <a:t>, the </a:t>
            </a:r>
            <a:r>
              <a:rPr lang="en-US" sz="2400" dirty="0" smtClean="0"/>
              <a:t>destination has </a:t>
            </a:r>
            <a:r>
              <a:rPr lang="en-US" sz="2400" dirty="0"/>
              <a:t>received the first </a:t>
            </a:r>
            <a:r>
              <a:rPr lang="en-US" sz="2400" dirty="0" smtClean="0"/>
              <a:t>packet</a:t>
            </a:r>
          </a:p>
          <a:p>
            <a:pPr>
              <a:buClr>
                <a:schemeClr val="accent5">
                  <a:lumMod val="75000"/>
                </a:schemeClr>
              </a:buClr>
            </a:pPr>
            <a:r>
              <a:rPr lang="en-US" sz="2400" dirty="0"/>
              <a:t> </a:t>
            </a:r>
            <a:r>
              <a:rPr lang="en-US" sz="2400" dirty="0" smtClean="0"/>
              <a:t>    </a:t>
            </a:r>
            <a:r>
              <a:rPr lang="en-US" sz="2400" dirty="0"/>
              <a:t>and the router has received the second packet.</a:t>
            </a:r>
            <a:endParaRPr lang="en-US" sz="2400" dirty="0" smtClean="0"/>
          </a:p>
          <a:p>
            <a:pPr marL="342900" indent="-342900"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2400" dirty="0" smtClean="0"/>
              <a:t>Thus</a:t>
            </a:r>
            <a:r>
              <a:rPr lang="en-US" sz="2400" dirty="0"/>
              <a:t>, at time </a:t>
            </a:r>
            <a:r>
              <a:rPr lang="en-US" sz="2400" dirty="0" smtClean="0"/>
              <a:t>4L/R </a:t>
            </a:r>
            <a:r>
              <a:rPr lang="en-US" sz="2400" dirty="0"/>
              <a:t>the </a:t>
            </a:r>
            <a:r>
              <a:rPr lang="en-US" sz="2400" dirty="0" smtClean="0"/>
              <a:t>destination has </a:t>
            </a:r>
            <a:r>
              <a:rPr lang="en-US" sz="2400" dirty="0"/>
              <a:t>received all three </a:t>
            </a:r>
            <a:r>
              <a:rPr lang="en-US" sz="2400" dirty="0" smtClean="0"/>
              <a:t>packets.</a:t>
            </a:r>
            <a:r>
              <a:rPr lang="he-IL" sz="2400" dirty="0" smtClean="0"/>
              <a:t> </a:t>
            </a:r>
            <a:endParaRPr 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313313" y="1332014"/>
            <a:ext cx="9361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amount of </a:t>
            </a:r>
            <a:r>
              <a:rPr lang="en-US" sz="2400" dirty="0" smtClean="0"/>
              <a:t>time, until </a:t>
            </a:r>
            <a:r>
              <a:rPr lang="en-US" sz="2400" dirty="0"/>
              <a:t>the destination has received all three </a:t>
            </a:r>
            <a:r>
              <a:rPr lang="en-US" sz="2400" dirty="0" smtClean="0"/>
              <a:t>packets: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13313" y="4077072"/>
            <a:ext cx="8784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general, sending </a:t>
            </a:r>
            <a:r>
              <a:rPr lang="en-US" sz="2400" dirty="0" smtClean="0"/>
              <a:t>a packet over </a:t>
            </a:r>
            <a:r>
              <a:rPr lang="en-US" sz="2400" dirty="0"/>
              <a:t>N </a:t>
            </a:r>
            <a:r>
              <a:rPr lang="en-US" sz="2400" dirty="0" smtClean="0"/>
              <a:t>links each </a:t>
            </a:r>
            <a:r>
              <a:rPr lang="en-US" sz="2400" dirty="0"/>
              <a:t>of rate </a:t>
            </a:r>
            <a:r>
              <a:rPr lang="en-US" sz="2400" dirty="0" smtClean="0"/>
              <a:t>R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(thus, there are </a:t>
            </a:r>
            <a:r>
              <a:rPr lang="en-US" sz="2400" dirty="0" smtClean="0"/>
              <a:t>N-1 routers </a:t>
            </a:r>
            <a:r>
              <a:rPr lang="en-US" sz="2400" dirty="0"/>
              <a:t>between source and destination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>the end-to-end delay is: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114" y="5277401"/>
            <a:ext cx="3029373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3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799" y="320293"/>
            <a:ext cx="10515600" cy="892326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sz="4000" dirty="0">
                <a:ea typeface="ＭＳ Ｐゴシック" panose="020B0600070205080204" pitchFamily="34" charset="-128"/>
                <a:cs typeface="+mn-cs"/>
              </a:rPr>
              <a:t>המנות עוברות באמצעות נתבים מהשולח </a:t>
            </a:r>
            <a:r>
              <a:rPr lang="he-IL" sz="4000" dirty="0" smtClean="0">
                <a:ea typeface="ＭＳ Ｐゴシック" panose="020B0600070205080204" pitchFamily="34" charset="-128"/>
                <a:cs typeface="+mn-cs"/>
              </a:rPr>
              <a:t>למקבל</a:t>
            </a:r>
            <a:br>
              <a:rPr lang="he-IL" sz="4000" dirty="0" smtClean="0">
                <a:ea typeface="ＭＳ Ｐゴシック" panose="020B0600070205080204" pitchFamily="34" charset="-128"/>
                <a:cs typeface="+mn-cs"/>
              </a:rPr>
            </a:br>
            <a:r>
              <a:rPr lang="he-IL" sz="4000" dirty="0" smtClean="0">
                <a:ea typeface="ＭＳ Ｐゴシック" panose="020B0600070205080204" pitchFamily="34" charset="-128"/>
                <a:cs typeface="+mn-cs"/>
              </a:rPr>
              <a:t>הנתב מבצע מיתוג מנות – </a:t>
            </a:r>
            <a:r>
              <a:rPr lang="en-US" dirty="0">
                <a:ea typeface="ＭＳ Ｐゴシック" panose="020B0600070205080204" pitchFamily="34" charset="-128"/>
              </a:rPr>
              <a:t>packet switching</a:t>
            </a:r>
          </a:p>
        </p:txBody>
      </p:sp>
      <p:sp>
        <p:nvSpPr>
          <p:cNvPr id="555" name="Freeform 2">
            <a:extLst>
              <a:ext uri="{FF2B5EF4-FFF2-40B4-BE49-F238E27FC236}">
                <a16:creationId xmlns:a16="http://schemas.microsoft.com/office/drawing/2014/main" id="{FF2E779B-19C4-C84C-AF23-86A160C7809A}"/>
              </a:ext>
            </a:extLst>
          </p:cNvPr>
          <p:cNvSpPr>
            <a:spLocks/>
          </p:cNvSpPr>
          <p:nvPr/>
        </p:nvSpPr>
        <p:spPr bwMode="auto">
          <a:xfrm>
            <a:off x="5015880" y="4149080"/>
            <a:ext cx="2848871" cy="1480906"/>
          </a:xfrm>
          <a:custGeom>
            <a:avLst/>
            <a:gdLst>
              <a:gd name="T0" fmla="*/ 2147483647 w 1794"/>
              <a:gd name="T1" fmla="*/ 2147483647 h 933"/>
              <a:gd name="T2" fmla="*/ 2147483647 w 1794"/>
              <a:gd name="T3" fmla="*/ 2147483647 h 933"/>
              <a:gd name="T4" fmla="*/ 2147483647 w 1794"/>
              <a:gd name="T5" fmla="*/ 2147483647 h 933"/>
              <a:gd name="T6" fmla="*/ 2147483647 w 1794"/>
              <a:gd name="T7" fmla="*/ 2147483647 h 933"/>
              <a:gd name="T8" fmla="*/ 2147483647 w 1794"/>
              <a:gd name="T9" fmla="*/ 2147483647 h 933"/>
              <a:gd name="T10" fmla="*/ 2147483647 w 1794"/>
              <a:gd name="T11" fmla="*/ 2147483647 h 933"/>
              <a:gd name="T12" fmla="*/ 2147483647 w 1794"/>
              <a:gd name="T13" fmla="*/ 2147483647 h 933"/>
              <a:gd name="T14" fmla="*/ 2147483647 w 1794"/>
              <a:gd name="T15" fmla="*/ 2147483647 h 933"/>
              <a:gd name="T16" fmla="*/ 2147483647 w 1794"/>
              <a:gd name="T17" fmla="*/ 2147483647 h 933"/>
              <a:gd name="T18" fmla="*/ 2147483647 w 1794"/>
              <a:gd name="T19" fmla="*/ 2147483647 h 933"/>
              <a:gd name="T20" fmla="*/ 2147483647 w 1794"/>
              <a:gd name="T21" fmla="*/ 2147483647 h 93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94"/>
              <a:gd name="T34" fmla="*/ 0 h 933"/>
              <a:gd name="T35" fmla="*/ 1794 w 1794"/>
              <a:gd name="T36" fmla="*/ 933 h 93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56" name="Freeform 6">
            <a:extLst>
              <a:ext uri="{FF2B5EF4-FFF2-40B4-BE49-F238E27FC236}">
                <a16:creationId xmlns:a16="http://schemas.microsoft.com/office/drawing/2014/main" id="{EADD15B8-1F38-C144-B4FC-77401AC13A48}"/>
              </a:ext>
            </a:extLst>
          </p:cNvPr>
          <p:cNvSpPr>
            <a:spLocks/>
          </p:cNvSpPr>
          <p:nvPr/>
        </p:nvSpPr>
        <p:spPr bwMode="auto">
          <a:xfrm>
            <a:off x="5654255" y="4452245"/>
            <a:ext cx="543096" cy="295229"/>
          </a:xfrm>
          <a:custGeom>
            <a:avLst/>
            <a:gdLst>
              <a:gd name="T0" fmla="*/ 0 w 342"/>
              <a:gd name="T1" fmla="*/ 2147483647 h 186"/>
              <a:gd name="T2" fmla="*/ 2147483647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63" name="Freeform 91">
            <a:extLst>
              <a:ext uri="{FF2B5EF4-FFF2-40B4-BE49-F238E27FC236}">
                <a16:creationId xmlns:a16="http://schemas.microsoft.com/office/drawing/2014/main" id="{B3932AB8-93E3-2F43-A748-0726EC875A6F}"/>
              </a:ext>
            </a:extLst>
          </p:cNvPr>
          <p:cNvSpPr>
            <a:spLocks/>
          </p:cNvSpPr>
          <p:nvPr/>
        </p:nvSpPr>
        <p:spPr bwMode="auto">
          <a:xfrm>
            <a:off x="6695983" y="4445896"/>
            <a:ext cx="504984" cy="307927"/>
          </a:xfrm>
          <a:custGeom>
            <a:avLst/>
            <a:gdLst>
              <a:gd name="T0" fmla="*/ 0 w 318"/>
              <a:gd name="T1" fmla="*/ 0 h 194"/>
              <a:gd name="T2" fmla="*/ 2147483647 w 318"/>
              <a:gd name="T3" fmla="*/ 2147483647 h 194"/>
              <a:gd name="T4" fmla="*/ 0 60000 65536"/>
              <a:gd name="T5" fmla="*/ 0 60000 65536"/>
              <a:gd name="T6" fmla="*/ 0 w 318"/>
              <a:gd name="T7" fmla="*/ 0 h 194"/>
              <a:gd name="T8" fmla="*/ 318 w 318"/>
              <a:gd name="T9" fmla="*/ 194 h 19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64" name="Freeform 92">
            <a:extLst>
              <a:ext uri="{FF2B5EF4-FFF2-40B4-BE49-F238E27FC236}">
                <a16:creationId xmlns:a16="http://schemas.microsoft.com/office/drawing/2014/main" id="{86645581-8A95-834A-BD17-26E6EFA5E421}"/>
              </a:ext>
            </a:extLst>
          </p:cNvPr>
          <p:cNvSpPr>
            <a:spLocks/>
          </p:cNvSpPr>
          <p:nvPr/>
        </p:nvSpPr>
        <p:spPr bwMode="auto">
          <a:xfrm>
            <a:off x="5630435" y="4837947"/>
            <a:ext cx="481164" cy="238088"/>
          </a:xfrm>
          <a:custGeom>
            <a:avLst/>
            <a:gdLst>
              <a:gd name="T0" fmla="*/ 0 w 294"/>
              <a:gd name="T1" fmla="*/ 0 h 174"/>
              <a:gd name="T2" fmla="*/ 2147483647 w 294"/>
              <a:gd name="T3" fmla="*/ 2147483647 h 174"/>
              <a:gd name="T4" fmla="*/ 0 60000 65536"/>
              <a:gd name="T5" fmla="*/ 0 60000 65536"/>
              <a:gd name="T6" fmla="*/ 0 w 294"/>
              <a:gd name="T7" fmla="*/ 0 h 174"/>
              <a:gd name="T8" fmla="*/ 294 w 294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65" name="Freeform 93">
            <a:extLst>
              <a:ext uri="{FF2B5EF4-FFF2-40B4-BE49-F238E27FC236}">
                <a16:creationId xmlns:a16="http://schemas.microsoft.com/office/drawing/2014/main" id="{D6C52C6F-55EC-4B4B-8EE6-502A2CA3B84C}"/>
              </a:ext>
            </a:extLst>
          </p:cNvPr>
          <p:cNvSpPr>
            <a:spLocks/>
          </p:cNvSpPr>
          <p:nvPr/>
        </p:nvSpPr>
        <p:spPr bwMode="auto">
          <a:xfrm>
            <a:off x="6578471" y="4814138"/>
            <a:ext cx="628848" cy="247611"/>
          </a:xfrm>
          <a:custGeom>
            <a:avLst/>
            <a:gdLst>
              <a:gd name="T0" fmla="*/ 0 w 378"/>
              <a:gd name="T1" fmla="*/ 2147483647 h 174"/>
              <a:gd name="T2" fmla="*/ 2147483647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66" name="Freeform 94">
            <a:extLst>
              <a:ext uri="{FF2B5EF4-FFF2-40B4-BE49-F238E27FC236}">
                <a16:creationId xmlns:a16="http://schemas.microsoft.com/office/drawing/2014/main" id="{EF2A04CC-2036-2147-BE92-5D723E966AB5}"/>
              </a:ext>
            </a:extLst>
          </p:cNvPr>
          <p:cNvSpPr>
            <a:spLocks/>
          </p:cNvSpPr>
          <p:nvPr/>
        </p:nvSpPr>
        <p:spPr bwMode="auto">
          <a:xfrm>
            <a:off x="7245431" y="4868105"/>
            <a:ext cx="206440" cy="507920"/>
          </a:xfrm>
          <a:custGeom>
            <a:avLst/>
            <a:gdLst>
              <a:gd name="T0" fmla="*/ 0 w 118"/>
              <a:gd name="T1" fmla="*/ 2147483647 h 500"/>
              <a:gd name="T2" fmla="*/ 2147483647 w 118"/>
              <a:gd name="T3" fmla="*/ 0 h 500"/>
              <a:gd name="T4" fmla="*/ 0 60000 65536"/>
              <a:gd name="T5" fmla="*/ 0 60000 65536"/>
              <a:gd name="T6" fmla="*/ 0 w 118"/>
              <a:gd name="T7" fmla="*/ 0 h 500"/>
              <a:gd name="T8" fmla="*/ 118 w 118"/>
              <a:gd name="T9" fmla="*/ 500 h 5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67" name="Freeform 95">
            <a:extLst>
              <a:ext uri="{FF2B5EF4-FFF2-40B4-BE49-F238E27FC236}">
                <a16:creationId xmlns:a16="http://schemas.microsoft.com/office/drawing/2014/main" id="{1357444A-5412-B441-B7F1-0ABDD8FDCB19}"/>
              </a:ext>
            </a:extLst>
          </p:cNvPr>
          <p:cNvSpPr>
            <a:spLocks/>
          </p:cNvSpPr>
          <p:nvPr/>
        </p:nvSpPr>
        <p:spPr bwMode="auto">
          <a:xfrm>
            <a:off x="6009967" y="5401421"/>
            <a:ext cx="736832" cy="74601"/>
          </a:xfrm>
          <a:custGeom>
            <a:avLst/>
            <a:gdLst>
              <a:gd name="T0" fmla="*/ 2147483647 w 370"/>
              <a:gd name="T1" fmla="*/ 2147483647 h 32"/>
              <a:gd name="T2" fmla="*/ 0 w 370"/>
              <a:gd name="T3" fmla="*/ 0 h 32"/>
              <a:gd name="T4" fmla="*/ 0 60000 65536"/>
              <a:gd name="T5" fmla="*/ 0 60000 65536"/>
              <a:gd name="T6" fmla="*/ 0 w 370"/>
              <a:gd name="T7" fmla="*/ 0 h 32"/>
              <a:gd name="T8" fmla="*/ 370 w 37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568" name="Freeform 96">
            <a:extLst>
              <a:ext uri="{FF2B5EF4-FFF2-40B4-BE49-F238E27FC236}">
                <a16:creationId xmlns:a16="http://schemas.microsoft.com/office/drawing/2014/main" id="{59D740AB-C1B4-2849-8B9D-6AEF697D0749}"/>
              </a:ext>
            </a:extLst>
          </p:cNvPr>
          <p:cNvSpPr>
            <a:spLocks/>
          </p:cNvSpPr>
          <p:nvPr/>
        </p:nvSpPr>
        <p:spPr bwMode="auto">
          <a:xfrm>
            <a:off x="5473223" y="4861756"/>
            <a:ext cx="193736" cy="425383"/>
          </a:xfrm>
          <a:custGeom>
            <a:avLst/>
            <a:gdLst>
              <a:gd name="T0" fmla="*/ 2147483647 w 176"/>
              <a:gd name="T1" fmla="*/ 2147483647 h 412"/>
              <a:gd name="T2" fmla="*/ 2147483647 w 176"/>
              <a:gd name="T3" fmla="*/ 2147483647 h 412"/>
              <a:gd name="T4" fmla="*/ 0 w 176"/>
              <a:gd name="T5" fmla="*/ 0 h 412"/>
              <a:gd name="T6" fmla="*/ 0 60000 65536"/>
              <a:gd name="T7" fmla="*/ 0 60000 65536"/>
              <a:gd name="T8" fmla="*/ 0 60000 65536"/>
              <a:gd name="T9" fmla="*/ 0 w 176"/>
              <a:gd name="T10" fmla="*/ 0 h 412"/>
              <a:gd name="T11" fmla="*/ 176 w 176"/>
              <a:gd name="T12" fmla="*/ 412 h 4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688ADB-6522-BC42-B67F-D08C708EAF1F}"/>
              </a:ext>
            </a:extLst>
          </p:cNvPr>
          <p:cNvGrpSpPr/>
          <p:nvPr/>
        </p:nvGrpSpPr>
        <p:grpSpPr>
          <a:xfrm>
            <a:off x="5250037" y="4371265"/>
            <a:ext cx="623918" cy="823754"/>
            <a:chOff x="5240209" y="4473413"/>
            <a:chExt cx="623918" cy="823754"/>
          </a:xfrm>
        </p:grpSpPr>
        <p:sp>
          <p:nvSpPr>
            <p:cNvPr id="569" name="Text Box 100">
              <a:extLst>
                <a:ext uri="{FF2B5EF4-FFF2-40B4-BE49-F238E27FC236}">
                  <a16:creationId xmlns:a16="http://schemas.microsoft.com/office/drawing/2014/main" id="{D9EBBE7F-1AC1-DD49-9B12-0321B6BF14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2962" y="4473413"/>
              <a:ext cx="311165" cy="366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1</a:t>
              </a:r>
            </a:p>
          </p:txBody>
        </p:sp>
        <p:sp>
          <p:nvSpPr>
            <p:cNvPr id="570" name="Text Box 101">
              <a:extLst>
                <a:ext uri="{FF2B5EF4-FFF2-40B4-BE49-F238E27FC236}">
                  <a16:creationId xmlns:a16="http://schemas.microsoft.com/office/drawing/2014/main" id="{559FA9C3-4C06-B748-9497-463EDB81D6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1046" y="4887671"/>
              <a:ext cx="296876" cy="336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2</a:t>
              </a:r>
            </a:p>
          </p:txBody>
        </p:sp>
        <p:sp>
          <p:nvSpPr>
            <p:cNvPr id="571" name="Text Box 102">
              <a:extLst>
                <a:ext uri="{FF2B5EF4-FFF2-40B4-BE49-F238E27FC236}">
                  <a16:creationId xmlns:a16="http://schemas.microsoft.com/office/drawing/2014/main" id="{3BBE9A1F-C0AA-2543-AF24-2DA796ADE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0209" y="4960682"/>
              <a:ext cx="296876" cy="336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3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72CE12-8493-1F4B-B52F-7AB4605C663F}"/>
              </a:ext>
            </a:extLst>
          </p:cNvPr>
          <p:cNvGrpSpPr/>
          <p:nvPr/>
        </p:nvGrpSpPr>
        <p:grpSpPr>
          <a:xfrm>
            <a:off x="300092" y="4424953"/>
            <a:ext cx="4661599" cy="1200095"/>
            <a:chOff x="3291538" y="4674698"/>
            <a:chExt cx="4661599" cy="1200095"/>
          </a:xfrm>
        </p:grpSpPr>
        <p:grpSp>
          <p:nvGrpSpPr>
            <p:cNvPr id="572" name="Group 1">
              <a:extLst>
                <a:ext uri="{FF2B5EF4-FFF2-40B4-BE49-F238E27FC236}">
                  <a16:creationId xmlns:a16="http://schemas.microsoft.com/office/drawing/2014/main" id="{1DD5DCC4-02E2-1649-B2A3-9D4E0A262108}"/>
                </a:ext>
              </a:extLst>
            </p:cNvPr>
            <p:cNvGrpSpPr>
              <a:grpSpLocks/>
            </p:cNvGrpSpPr>
            <p:nvPr/>
          </p:nvGrpSpPr>
          <p:grpSpPr bwMode="auto">
            <a:xfrm rot="19587632">
              <a:off x="6475983" y="5600209"/>
              <a:ext cx="1477154" cy="274584"/>
              <a:chOff x="4583210" y="6275195"/>
              <a:chExt cx="1476689" cy="274627"/>
            </a:xfrm>
          </p:grpSpPr>
          <p:sp>
            <p:nvSpPr>
              <p:cNvPr id="623" name="Rectangle 98">
                <a:extLst>
                  <a:ext uri="{FF2B5EF4-FFF2-40B4-BE49-F238E27FC236}">
                    <a16:creationId xmlns:a16="http://schemas.microsoft.com/office/drawing/2014/main" id="{DAED8E30-7EFF-5D47-A9D9-1395C15AC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3210" y="6303692"/>
                <a:ext cx="1147455" cy="238116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24" name="Line 99">
                <a:extLst>
                  <a:ext uri="{FF2B5EF4-FFF2-40B4-BE49-F238E27FC236}">
                    <a16:creationId xmlns:a16="http://schemas.microsoft.com/office/drawing/2014/main" id="{3B4DCCB4-358C-2945-BD39-D90CF9D09C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7737" y="6423260"/>
                <a:ext cx="422162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25" name="Rectangle 104">
                <a:extLst>
                  <a:ext uri="{FF2B5EF4-FFF2-40B4-BE49-F238E27FC236}">
                    <a16:creationId xmlns:a16="http://schemas.microsoft.com/office/drawing/2014/main" id="{509F2DE1-CFB9-584F-9A9E-EBE631DD6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12122" y="6308468"/>
                <a:ext cx="426923" cy="239704"/>
              </a:xfrm>
              <a:prstGeom prst="rect">
                <a:avLst/>
              </a:prstGeom>
              <a:solidFill>
                <a:srgbClr val="00CC9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26" name="Text Box 105">
                <a:extLst>
                  <a:ext uri="{FF2B5EF4-FFF2-40B4-BE49-F238E27FC236}">
                    <a16:creationId xmlns:a16="http://schemas.microsoft.com/office/drawing/2014/main" id="{32BE95A8-E240-0C46-886C-FB19052E1A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89934">
                <a:off x="5172283" y="6275195"/>
                <a:ext cx="520561" cy="274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rPr>
                  <a:t>0111</a:t>
                </a:r>
              </a:p>
            </p:txBody>
          </p:sp>
        </p:grpSp>
        <p:sp>
          <p:nvSpPr>
            <p:cNvPr id="573" name="Text Box 106">
              <a:extLst>
                <a:ext uri="{FF2B5EF4-FFF2-40B4-BE49-F238E27FC236}">
                  <a16:creationId xmlns:a16="http://schemas.microsoft.com/office/drawing/2014/main" id="{6C2D30C9-C124-A14F-8E31-BC5CBF38E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1538" y="4674698"/>
              <a:ext cx="400672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destination address in arriving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packet’</a:t>
              </a:r>
              <a:r>
                <a:rPr kumimoji="0" lang="en-US" altLang="ja-JP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s header</a:t>
              </a:r>
              <a:endPara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0E2676-6685-FB46-BBA4-3FB4835943AA}"/>
              </a:ext>
            </a:extLst>
          </p:cNvPr>
          <p:cNvGrpSpPr/>
          <p:nvPr/>
        </p:nvGrpSpPr>
        <p:grpSpPr>
          <a:xfrm>
            <a:off x="6365679" y="3530052"/>
            <a:ext cx="578032" cy="815847"/>
            <a:chOff x="6355851" y="3632200"/>
            <a:chExt cx="578032" cy="815847"/>
          </a:xfrm>
        </p:grpSpPr>
        <p:sp>
          <p:nvSpPr>
            <p:cNvPr id="577" name="Freeform 122">
              <a:extLst>
                <a:ext uri="{FF2B5EF4-FFF2-40B4-BE49-F238E27FC236}">
                  <a16:creationId xmlns:a16="http://schemas.microsoft.com/office/drawing/2014/main" id="{F1A7D39F-695E-5640-85EA-21CF852D3A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355851" y="4076630"/>
              <a:ext cx="578032" cy="371417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581" name="Group 126">
              <a:extLst>
                <a:ext uri="{FF2B5EF4-FFF2-40B4-BE49-F238E27FC236}">
                  <a16:creationId xmlns:a16="http://schemas.microsoft.com/office/drawing/2014/main" id="{A0DBCF2A-68BC-0E49-9BC5-C97C8363D8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3791" y="3632200"/>
              <a:ext cx="551036" cy="452367"/>
              <a:chOff x="2886" y="1668"/>
              <a:chExt cx="347" cy="285"/>
            </a:xfrm>
          </p:grpSpPr>
          <p:sp>
            <p:nvSpPr>
              <p:cNvPr id="615" name="Rectangle 127">
                <a:extLst>
                  <a:ext uri="{FF2B5EF4-FFF2-40B4-BE49-F238E27FC236}">
                    <a16:creationId xmlns:a16="http://schemas.microsoft.com/office/drawing/2014/main" id="{71169ED3-AFC0-4148-B3AF-F5CDA7528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6" name="Oval 128">
                <a:extLst>
                  <a:ext uri="{FF2B5EF4-FFF2-40B4-BE49-F238E27FC236}">
                    <a16:creationId xmlns:a16="http://schemas.microsoft.com/office/drawing/2014/main" id="{AC629926-7E0E-2847-8D33-F54223348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7" name="Rectangle 129">
                <a:extLst>
                  <a:ext uri="{FF2B5EF4-FFF2-40B4-BE49-F238E27FC236}">
                    <a16:creationId xmlns:a16="http://schemas.microsoft.com/office/drawing/2014/main" id="{FC623931-6ACB-D741-B606-3ADCC24EC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8" name="Line 130">
                <a:extLst>
                  <a:ext uri="{FF2B5EF4-FFF2-40B4-BE49-F238E27FC236}">
                    <a16:creationId xmlns:a16="http://schemas.microsoft.com/office/drawing/2014/main" id="{089D0DF0-9BD9-F942-ABBC-2C2B3307E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9" name="Line 131">
                <a:extLst>
                  <a:ext uri="{FF2B5EF4-FFF2-40B4-BE49-F238E27FC236}">
                    <a16:creationId xmlns:a16="http://schemas.microsoft.com/office/drawing/2014/main" id="{0E53DB83-F101-5545-A34E-97BFB2854F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20" name="Line 132">
                <a:extLst>
                  <a:ext uri="{FF2B5EF4-FFF2-40B4-BE49-F238E27FC236}">
                    <a16:creationId xmlns:a16="http://schemas.microsoft.com/office/drawing/2014/main" id="{EABDFEE7-706B-B849-BCF8-C4C3EBFA80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21" name="AutoShape 133">
                <a:extLst>
                  <a:ext uri="{FF2B5EF4-FFF2-40B4-BE49-F238E27FC236}">
                    <a16:creationId xmlns:a16="http://schemas.microsoft.com/office/drawing/2014/main" id="{891A9424-3FE8-FF4E-9F56-53905C437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70CCC9E-8AF4-B748-8E74-34D7E18B96BD}"/>
              </a:ext>
            </a:extLst>
          </p:cNvPr>
          <p:cNvGrpSpPr/>
          <p:nvPr/>
        </p:nvGrpSpPr>
        <p:grpSpPr>
          <a:xfrm>
            <a:off x="7364988" y="3856125"/>
            <a:ext cx="578032" cy="822878"/>
            <a:chOff x="7355160" y="3958273"/>
            <a:chExt cx="578032" cy="822878"/>
          </a:xfrm>
        </p:grpSpPr>
        <p:sp>
          <p:nvSpPr>
            <p:cNvPr id="576" name="Freeform 121">
              <a:extLst>
                <a:ext uri="{FF2B5EF4-FFF2-40B4-BE49-F238E27FC236}">
                  <a16:creationId xmlns:a16="http://schemas.microsoft.com/office/drawing/2014/main" id="{BA4C9CA2-C4D0-984B-AFE8-C9974B8B23F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355160" y="4409734"/>
              <a:ext cx="578032" cy="371417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582" name="Group 134">
              <a:extLst>
                <a:ext uri="{FF2B5EF4-FFF2-40B4-BE49-F238E27FC236}">
                  <a16:creationId xmlns:a16="http://schemas.microsoft.com/office/drawing/2014/main" id="{19AA9F68-22E1-614E-ABF6-392E3AC11A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0606" y="3958273"/>
              <a:ext cx="551036" cy="452367"/>
              <a:chOff x="2886" y="1668"/>
              <a:chExt cx="347" cy="285"/>
            </a:xfrm>
          </p:grpSpPr>
          <p:sp>
            <p:nvSpPr>
              <p:cNvPr id="608" name="Rectangle 135">
                <a:extLst>
                  <a:ext uri="{FF2B5EF4-FFF2-40B4-BE49-F238E27FC236}">
                    <a16:creationId xmlns:a16="http://schemas.microsoft.com/office/drawing/2014/main" id="{EAD44720-65AD-9041-929E-69D9187295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09" name="Oval 136">
                <a:extLst>
                  <a:ext uri="{FF2B5EF4-FFF2-40B4-BE49-F238E27FC236}">
                    <a16:creationId xmlns:a16="http://schemas.microsoft.com/office/drawing/2014/main" id="{5A2842E3-83E1-6F46-A170-FBD2EAFAA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0" name="Rectangle 137">
                <a:extLst>
                  <a:ext uri="{FF2B5EF4-FFF2-40B4-BE49-F238E27FC236}">
                    <a16:creationId xmlns:a16="http://schemas.microsoft.com/office/drawing/2014/main" id="{5D953EEF-DB10-AB46-89E0-2D0204A95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1" name="Line 138">
                <a:extLst>
                  <a:ext uri="{FF2B5EF4-FFF2-40B4-BE49-F238E27FC236}">
                    <a16:creationId xmlns:a16="http://schemas.microsoft.com/office/drawing/2014/main" id="{F94B58EF-BCEB-9C4C-8317-B25CD84B1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2" name="Line 139">
                <a:extLst>
                  <a:ext uri="{FF2B5EF4-FFF2-40B4-BE49-F238E27FC236}">
                    <a16:creationId xmlns:a16="http://schemas.microsoft.com/office/drawing/2014/main" id="{BBB093F8-922C-0344-B963-C8ECD30B6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3" name="Line 140">
                <a:extLst>
                  <a:ext uri="{FF2B5EF4-FFF2-40B4-BE49-F238E27FC236}">
                    <a16:creationId xmlns:a16="http://schemas.microsoft.com/office/drawing/2014/main" id="{D21DC1F8-C38D-B14D-A544-B1D9CF1CD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14" name="AutoShape 141">
                <a:extLst>
                  <a:ext uri="{FF2B5EF4-FFF2-40B4-BE49-F238E27FC236}">
                    <a16:creationId xmlns:a16="http://schemas.microsoft.com/office/drawing/2014/main" id="{43F8D630-2301-B744-AE1A-D9F4AA9D1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5DD0882-93EC-3A47-8105-5E4C937584C2}"/>
              </a:ext>
            </a:extLst>
          </p:cNvPr>
          <p:cNvGrpSpPr/>
          <p:nvPr/>
        </p:nvGrpSpPr>
        <p:grpSpPr>
          <a:xfrm>
            <a:off x="7016759" y="5520465"/>
            <a:ext cx="560563" cy="811086"/>
            <a:chOff x="7006931" y="5622613"/>
            <a:chExt cx="560563" cy="811086"/>
          </a:xfrm>
        </p:grpSpPr>
        <p:sp>
          <p:nvSpPr>
            <p:cNvPr id="578" name="Freeform 123">
              <a:extLst>
                <a:ext uri="{FF2B5EF4-FFF2-40B4-BE49-F238E27FC236}">
                  <a16:creationId xmlns:a16="http://schemas.microsoft.com/office/drawing/2014/main" id="{E2E294CE-A2DB-714E-A0AC-422D97395F5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7024398" y="5622613"/>
              <a:ext cx="543096" cy="371417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1" name="Rectangle 143">
              <a:extLst>
                <a:ext uri="{FF2B5EF4-FFF2-40B4-BE49-F238E27FC236}">
                  <a16:creationId xmlns:a16="http://schemas.microsoft.com/office/drawing/2014/main" id="{E300D31A-9F41-1046-8BDC-FA062AA6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6931" y="5981332"/>
              <a:ext cx="551036" cy="4523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2" name="Oval 144">
              <a:extLst>
                <a:ext uri="{FF2B5EF4-FFF2-40B4-BE49-F238E27FC236}">
                  <a16:creationId xmlns:a16="http://schemas.microsoft.com/office/drawing/2014/main" id="{3CBE6854-ED5B-BB4C-96CF-87D28DDCE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7103" y="5990856"/>
              <a:ext cx="498632" cy="1174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3" name="Rectangle 145">
              <a:extLst>
                <a:ext uri="{FF2B5EF4-FFF2-40B4-BE49-F238E27FC236}">
                  <a16:creationId xmlns:a16="http://schemas.microsoft.com/office/drawing/2014/main" id="{8AE3F3D6-CBEF-C24A-800F-FB4513598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9807" y="6167041"/>
              <a:ext cx="476400" cy="2476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4" name="Line 146">
              <a:extLst>
                <a:ext uri="{FF2B5EF4-FFF2-40B4-BE49-F238E27FC236}">
                  <a16:creationId xmlns:a16="http://schemas.microsoft.com/office/drawing/2014/main" id="{C64871C2-76E7-8247-8F42-BCCB69335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8179" y="6208309"/>
              <a:ext cx="1588" cy="2063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5" name="Line 147">
              <a:extLst>
                <a:ext uri="{FF2B5EF4-FFF2-40B4-BE49-F238E27FC236}">
                  <a16:creationId xmlns:a16="http://schemas.microsoft.com/office/drawing/2014/main" id="{14013ACF-BB40-FF4E-A4EF-9848CA9C1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9807" y="6257514"/>
              <a:ext cx="476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6" name="Line 148">
              <a:extLst>
                <a:ext uri="{FF2B5EF4-FFF2-40B4-BE49-F238E27FC236}">
                  <a16:creationId xmlns:a16="http://schemas.microsoft.com/office/drawing/2014/main" id="{E0DF6D46-E77F-4D44-90E6-2EFA29583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8219" y="6209896"/>
              <a:ext cx="476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7" name="AutoShape 149">
              <a:extLst>
                <a:ext uri="{FF2B5EF4-FFF2-40B4-BE49-F238E27FC236}">
                  <a16:creationId xmlns:a16="http://schemas.microsoft.com/office/drawing/2014/main" id="{B9FB9FE5-8C8F-134F-8BF9-5B707F4F28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268962" y="6103535"/>
              <a:ext cx="46030" cy="65108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9D60082-1CC1-D344-BCF3-6717BF455279}"/>
              </a:ext>
            </a:extLst>
          </p:cNvPr>
          <p:cNvGrpSpPr/>
          <p:nvPr/>
        </p:nvGrpSpPr>
        <p:grpSpPr>
          <a:xfrm>
            <a:off x="6321215" y="5197693"/>
            <a:ext cx="553609" cy="931601"/>
            <a:chOff x="6311387" y="5299841"/>
            <a:chExt cx="553609" cy="931601"/>
          </a:xfrm>
        </p:grpSpPr>
        <p:sp>
          <p:nvSpPr>
            <p:cNvPr id="580" name="Freeform 125">
              <a:extLst>
                <a:ext uri="{FF2B5EF4-FFF2-40B4-BE49-F238E27FC236}">
                  <a16:creationId xmlns:a16="http://schemas.microsoft.com/office/drawing/2014/main" id="{EF252024-15E7-DD46-8C92-5B81D9757F4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6312396" y="5299841"/>
              <a:ext cx="552600" cy="477654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  <a:gd name="connsiteX0" fmla="*/ 0 w 10117"/>
                <a:gd name="connsiteY0" fmla="*/ 0 h 10550"/>
                <a:gd name="connsiteX1" fmla="*/ 7574 w 10117"/>
                <a:gd name="connsiteY1" fmla="*/ 10355 h 10550"/>
                <a:gd name="connsiteX2" fmla="*/ 9265 w 10117"/>
                <a:gd name="connsiteY2" fmla="*/ 10429 h 10550"/>
                <a:gd name="connsiteX3" fmla="*/ 10117 w 10117"/>
                <a:gd name="connsiteY3" fmla="*/ 833 h 10550"/>
                <a:gd name="connsiteX4" fmla="*/ 0 w 10117"/>
                <a:gd name="connsiteY4" fmla="*/ 0 h 10550"/>
                <a:gd name="connsiteX0" fmla="*/ 0 w 10175"/>
                <a:gd name="connsiteY0" fmla="*/ 9 h 10559"/>
                <a:gd name="connsiteX1" fmla="*/ 7574 w 10175"/>
                <a:gd name="connsiteY1" fmla="*/ 10364 h 10559"/>
                <a:gd name="connsiteX2" fmla="*/ 9265 w 10175"/>
                <a:gd name="connsiteY2" fmla="*/ 10438 h 10559"/>
                <a:gd name="connsiteX3" fmla="*/ 10175 w 10175"/>
                <a:gd name="connsiteY3" fmla="*/ 0 h 10559"/>
                <a:gd name="connsiteX4" fmla="*/ 0 w 10175"/>
                <a:gd name="connsiteY4" fmla="*/ 9 h 10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75" h="10559">
                  <a:moveTo>
                    <a:pt x="0" y="9"/>
                  </a:moveTo>
                  <a:cubicBezTo>
                    <a:pt x="3957" y="3502"/>
                    <a:pt x="6049" y="5781"/>
                    <a:pt x="7574" y="10364"/>
                  </a:cubicBezTo>
                  <a:cubicBezTo>
                    <a:pt x="8329" y="10279"/>
                    <a:pt x="8572" y="10781"/>
                    <a:pt x="9265" y="10438"/>
                  </a:cubicBezTo>
                  <a:cubicBezTo>
                    <a:pt x="8877" y="5033"/>
                    <a:pt x="9018" y="4253"/>
                    <a:pt x="10175" y="0"/>
                  </a:cubicBezTo>
                  <a:lnTo>
                    <a:pt x="0" y="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584" name="Group 150">
              <a:extLst>
                <a:ext uri="{FF2B5EF4-FFF2-40B4-BE49-F238E27FC236}">
                  <a16:creationId xmlns:a16="http://schemas.microsoft.com/office/drawing/2014/main" id="{794D8C65-863B-7440-89F4-69D1561AD1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1387" y="5779075"/>
              <a:ext cx="551036" cy="452367"/>
              <a:chOff x="2886" y="1668"/>
              <a:chExt cx="347" cy="285"/>
            </a:xfrm>
          </p:grpSpPr>
          <p:sp>
            <p:nvSpPr>
              <p:cNvPr id="594" name="Rectangle 151">
                <a:extLst>
                  <a:ext uri="{FF2B5EF4-FFF2-40B4-BE49-F238E27FC236}">
                    <a16:creationId xmlns:a16="http://schemas.microsoft.com/office/drawing/2014/main" id="{2825FAC5-6CFD-2E46-931F-D681BD6255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5" name="Oval 152">
                <a:extLst>
                  <a:ext uri="{FF2B5EF4-FFF2-40B4-BE49-F238E27FC236}">
                    <a16:creationId xmlns:a16="http://schemas.microsoft.com/office/drawing/2014/main" id="{D6F4F3D5-1AF2-B242-902D-0665A266B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6" name="Rectangle 153">
                <a:extLst>
                  <a:ext uri="{FF2B5EF4-FFF2-40B4-BE49-F238E27FC236}">
                    <a16:creationId xmlns:a16="http://schemas.microsoft.com/office/drawing/2014/main" id="{BE2CF67F-599D-6C42-A399-894E9CA81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7" name="Line 154">
                <a:extLst>
                  <a:ext uri="{FF2B5EF4-FFF2-40B4-BE49-F238E27FC236}">
                    <a16:creationId xmlns:a16="http://schemas.microsoft.com/office/drawing/2014/main" id="{371F415A-A0F7-D045-ABCD-50703CBF5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8" name="Line 155">
                <a:extLst>
                  <a:ext uri="{FF2B5EF4-FFF2-40B4-BE49-F238E27FC236}">
                    <a16:creationId xmlns:a16="http://schemas.microsoft.com/office/drawing/2014/main" id="{DD302482-684F-2343-93A8-2F996284F7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9" name="Line 156">
                <a:extLst>
                  <a:ext uri="{FF2B5EF4-FFF2-40B4-BE49-F238E27FC236}">
                    <a16:creationId xmlns:a16="http://schemas.microsoft.com/office/drawing/2014/main" id="{8D3FA778-9973-5E45-BBD7-6E5B0FA17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00" name="AutoShape 157">
                <a:extLst>
                  <a:ext uri="{FF2B5EF4-FFF2-40B4-BE49-F238E27FC236}">
                    <a16:creationId xmlns:a16="http://schemas.microsoft.com/office/drawing/2014/main" id="{9BF1C706-69A5-F64D-8549-5FB64FFC0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4961CC-F520-1047-8300-0C6FB448D3E6}"/>
              </a:ext>
            </a:extLst>
          </p:cNvPr>
          <p:cNvGrpSpPr/>
          <p:nvPr/>
        </p:nvGrpSpPr>
        <p:grpSpPr>
          <a:xfrm>
            <a:off x="5665371" y="5504593"/>
            <a:ext cx="562152" cy="799974"/>
            <a:chOff x="5655543" y="5606741"/>
            <a:chExt cx="562152" cy="799974"/>
          </a:xfrm>
        </p:grpSpPr>
        <p:sp>
          <p:nvSpPr>
            <p:cNvPr id="579" name="Freeform 124">
              <a:extLst>
                <a:ext uri="{FF2B5EF4-FFF2-40B4-BE49-F238E27FC236}">
                  <a16:creationId xmlns:a16="http://schemas.microsoft.com/office/drawing/2014/main" id="{01D680E8-9A4D-5040-ACCF-79EE0764823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674599" y="5606741"/>
              <a:ext cx="543096" cy="371417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bg1">
                    <a:lumMod val="85000"/>
                  </a:schemeClr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585" name="Group 158">
              <a:extLst>
                <a:ext uri="{FF2B5EF4-FFF2-40B4-BE49-F238E27FC236}">
                  <a16:creationId xmlns:a16="http://schemas.microsoft.com/office/drawing/2014/main" id="{10DF1FFB-5BD4-B34D-869E-FF2A21B927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55543" y="5954348"/>
              <a:ext cx="551036" cy="452367"/>
              <a:chOff x="2886" y="1668"/>
              <a:chExt cx="347" cy="285"/>
            </a:xfrm>
          </p:grpSpPr>
          <p:sp>
            <p:nvSpPr>
              <p:cNvPr id="587" name="Rectangle 159">
                <a:extLst>
                  <a:ext uri="{FF2B5EF4-FFF2-40B4-BE49-F238E27FC236}">
                    <a16:creationId xmlns:a16="http://schemas.microsoft.com/office/drawing/2014/main" id="{A91C4B44-0DD4-A341-8AA2-C361F078D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88" name="Oval 160">
                <a:extLst>
                  <a:ext uri="{FF2B5EF4-FFF2-40B4-BE49-F238E27FC236}">
                    <a16:creationId xmlns:a16="http://schemas.microsoft.com/office/drawing/2014/main" id="{8E1DE29A-03CB-C545-98EA-12E2D05F3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89" name="Rectangle 161">
                <a:extLst>
                  <a:ext uri="{FF2B5EF4-FFF2-40B4-BE49-F238E27FC236}">
                    <a16:creationId xmlns:a16="http://schemas.microsoft.com/office/drawing/2014/main" id="{81AA95AB-263F-834C-92D5-FD7617AE1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0" name="Line 162">
                <a:extLst>
                  <a:ext uri="{FF2B5EF4-FFF2-40B4-BE49-F238E27FC236}">
                    <a16:creationId xmlns:a16="http://schemas.microsoft.com/office/drawing/2014/main" id="{51CF65F6-671F-AD4D-B5B3-DF84B6F538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1" name="Line 163">
                <a:extLst>
                  <a:ext uri="{FF2B5EF4-FFF2-40B4-BE49-F238E27FC236}">
                    <a16:creationId xmlns:a16="http://schemas.microsoft.com/office/drawing/2014/main" id="{3BE02048-718D-7149-8610-55725AF95A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2" name="Line 164">
                <a:extLst>
                  <a:ext uri="{FF2B5EF4-FFF2-40B4-BE49-F238E27FC236}">
                    <a16:creationId xmlns:a16="http://schemas.microsoft.com/office/drawing/2014/main" id="{DDC9E059-0152-C446-8DB2-52D116DAAF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93" name="AutoShape 165">
                <a:extLst>
                  <a:ext uri="{FF2B5EF4-FFF2-40B4-BE49-F238E27FC236}">
                    <a16:creationId xmlns:a16="http://schemas.microsoft.com/office/drawing/2014/main" id="{EC851BD2-FB97-7743-85E6-12DE087E4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768" name="Group 767">
            <a:extLst>
              <a:ext uri="{FF2B5EF4-FFF2-40B4-BE49-F238E27FC236}">
                <a16:creationId xmlns:a16="http://schemas.microsoft.com/office/drawing/2014/main" id="{C0413C26-2428-294D-A985-438064AB22F8}"/>
              </a:ext>
            </a:extLst>
          </p:cNvPr>
          <p:cNvGrpSpPr/>
          <p:nvPr/>
        </p:nvGrpSpPr>
        <p:grpSpPr>
          <a:xfrm>
            <a:off x="7059696" y="4636366"/>
            <a:ext cx="578032" cy="285706"/>
            <a:chOff x="7493876" y="2774731"/>
            <a:chExt cx="1481958" cy="894622"/>
          </a:xfrm>
        </p:grpSpPr>
        <p:sp>
          <p:nvSpPr>
            <p:cNvPr id="769" name="Freeform 768">
              <a:extLst>
                <a:ext uri="{FF2B5EF4-FFF2-40B4-BE49-F238E27FC236}">
                  <a16:creationId xmlns:a16="http://schemas.microsoft.com/office/drawing/2014/main" id="{965C4A7A-7A5E-0148-8C9E-B16A4266DC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70" name="Oval 769">
              <a:extLst>
                <a:ext uri="{FF2B5EF4-FFF2-40B4-BE49-F238E27FC236}">
                  <a16:creationId xmlns:a16="http://schemas.microsoft.com/office/drawing/2014/main" id="{92E38B70-5FD9-2340-ACBB-8F93875300F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71" name="Group 770">
              <a:extLst>
                <a:ext uri="{FF2B5EF4-FFF2-40B4-BE49-F238E27FC236}">
                  <a16:creationId xmlns:a16="http://schemas.microsoft.com/office/drawing/2014/main" id="{E3B73C34-FD2E-1B48-A77A-22E11F715B0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2" name="Freeform 771">
                <a:extLst>
                  <a:ext uri="{FF2B5EF4-FFF2-40B4-BE49-F238E27FC236}">
                    <a16:creationId xmlns:a16="http://schemas.microsoft.com/office/drawing/2014/main" id="{E4276C6A-8274-8344-BE16-4ABFAA9AC4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3" name="Freeform 772">
                <a:extLst>
                  <a:ext uri="{FF2B5EF4-FFF2-40B4-BE49-F238E27FC236}">
                    <a16:creationId xmlns:a16="http://schemas.microsoft.com/office/drawing/2014/main" id="{20A2FF59-A2E8-7D4A-AF91-33EC3C561DA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4" name="Freeform 773">
                <a:extLst>
                  <a:ext uri="{FF2B5EF4-FFF2-40B4-BE49-F238E27FC236}">
                    <a16:creationId xmlns:a16="http://schemas.microsoft.com/office/drawing/2014/main" id="{903498AC-CE0A-4149-A230-F651FF8C1DF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5" name="Freeform 774">
                <a:extLst>
                  <a:ext uri="{FF2B5EF4-FFF2-40B4-BE49-F238E27FC236}">
                    <a16:creationId xmlns:a16="http://schemas.microsoft.com/office/drawing/2014/main" id="{B872917B-C402-9545-A450-6FA93A7AFF3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76" name="Group 775">
            <a:extLst>
              <a:ext uri="{FF2B5EF4-FFF2-40B4-BE49-F238E27FC236}">
                <a16:creationId xmlns:a16="http://schemas.microsoft.com/office/drawing/2014/main" id="{E243B6F1-DF5E-834B-A8AE-E9590849B60B}"/>
              </a:ext>
            </a:extLst>
          </p:cNvPr>
          <p:cNvGrpSpPr/>
          <p:nvPr/>
        </p:nvGrpSpPr>
        <p:grpSpPr>
          <a:xfrm>
            <a:off x="6691568" y="5290126"/>
            <a:ext cx="578032" cy="285706"/>
            <a:chOff x="7493876" y="2774731"/>
            <a:chExt cx="1481958" cy="894622"/>
          </a:xfrm>
        </p:grpSpPr>
        <p:sp>
          <p:nvSpPr>
            <p:cNvPr id="777" name="Freeform 776">
              <a:extLst>
                <a:ext uri="{FF2B5EF4-FFF2-40B4-BE49-F238E27FC236}">
                  <a16:creationId xmlns:a16="http://schemas.microsoft.com/office/drawing/2014/main" id="{84A4F67C-5B7E-A346-A9B5-707127538DB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78" name="Oval 777">
              <a:extLst>
                <a:ext uri="{FF2B5EF4-FFF2-40B4-BE49-F238E27FC236}">
                  <a16:creationId xmlns:a16="http://schemas.microsoft.com/office/drawing/2014/main" id="{710EA80C-53BE-C640-847F-EF8C6F0C5E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79" name="Group 778">
              <a:extLst>
                <a:ext uri="{FF2B5EF4-FFF2-40B4-BE49-F238E27FC236}">
                  <a16:creationId xmlns:a16="http://schemas.microsoft.com/office/drawing/2014/main" id="{6F05C597-EF04-8E46-ADDE-B5386A7B3E0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0" name="Freeform 779">
                <a:extLst>
                  <a:ext uri="{FF2B5EF4-FFF2-40B4-BE49-F238E27FC236}">
                    <a16:creationId xmlns:a16="http://schemas.microsoft.com/office/drawing/2014/main" id="{7C40FDF7-A328-1B4D-8506-754F6CBE082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1" name="Freeform 780">
                <a:extLst>
                  <a:ext uri="{FF2B5EF4-FFF2-40B4-BE49-F238E27FC236}">
                    <a16:creationId xmlns:a16="http://schemas.microsoft.com/office/drawing/2014/main" id="{5F61F868-DE1D-8F4B-B310-992E9BA5370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2" name="Freeform 781">
                <a:extLst>
                  <a:ext uri="{FF2B5EF4-FFF2-40B4-BE49-F238E27FC236}">
                    <a16:creationId xmlns:a16="http://schemas.microsoft.com/office/drawing/2014/main" id="{ECFAAB82-F382-5C46-A481-4E0EE52A62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3" name="Freeform 782">
                <a:extLst>
                  <a:ext uri="{FF2B5EF4-FFF2-40B4-BE49-F238E27FC236}">
                    <a16:creationId xmlns:a16="http://schemas.microsoft.com/office/drawing/2014/main" id="{81EF1C74-F122-EB4E-87D0-836B4BC6B1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32B9D5FB-6F2D-FC49-BA71-4E56467A288E}"/>
              </a:ext>
            </a:extLst>
          </p:cNvPr>
          <p:cNvGrpSpPr/>
          <p:nvPr/>
        </p:nvGrpSpPr>
        <p:grpSpPr>
          <a:xfrm>
            <a:off x="5535094" y="5241457"/>
            <a:ext cx="578032" cy="285706"/>
            <a:chOff x="7493876" y="2774731"/>
            <a:chExt cx="1481958" cy="894622"/>
          </a:xfrm>
        </p:grpSpPr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6D9C8DA7-EC26-F440-A5E7-0414FEEDC3A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86" name="Oval 785">
              <a:extLst>
                <a:ext uri="{FF2B5EF4-FFF2-40B4-BE49-F238E27FC236}">
                  <a16:creationId xmlns:a16="http://schemas.microsoft.com/office/drawing/2014/main" id="{75F55489-01E2-DC4E-8420-B6BA4282835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76171C91-B5DD-BD40-9E3B-82B64D920D4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88" name="Freeform 787">
                <a:extLst>
                  <a:ext uri="{FF2B5EF4-FFF2-40B4-BE49-F238E27FC236}">
                    <a16:creationId xmlns:a16="http://schemas.microsoft.com/office/drawing/2014/main" id="{92824FB2-3109-A24A-84EE-0875C22A171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9" name="Freeform 788">
                <a:extLst>
                  <a:ext uri="{FF2B5EF4-FFF2-40B4-BE49-F238E27FC236}">
                    <a16:creationId xmlns:a16="http://schemas.microsoft.com/office/drawing/2014/main" id="{B4992F98-C293-F14F-897F-0428DAF2487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0" name="Freeform 789">
                <a:extLst>
                  <a:ext uri="{FF2B5EF4-FFF2-40B4-BE49-F238E27FC236}">
                    <a16:creationId xmlns:a16="http://schemas.microsoft.com/office/drawing/2014/main" id="{9D3E92E4-B967-074F-BDDA-6C78578D5D3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1" name="Freeform 790">
                <a:extLst>
                  <a:ext uri="{FF2B5EF4-FFF2-40B4-BE49-F238E27FC236}">
                    <a16:creationId xmlns:a16="http://schemas.microsoft.com/office/drawing/2014/main" id="{AC70E22F-7F6D-9D45-9031-FB98F8A400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AAA6329-4E08-D94E-93EE-AC2FA25D6326}"/>
              </a:ext>
            </a:extLst>
          </p:cNvPr>
          <p:cNvGrpSpPr/>
          <p:nvPr/>
        </p:nvGrpSpPr>
        <p:grpSpPr>
          <a:xfrm>
            <a:off x="6140594" y="4326058"/>
            <a:ext cx="578032" cy="285706"/>
            <a:chOff x="7493876" y="2774731"/>
            <a:chExt cx="1481958" cy="894622"/>
          </a:xfrm>
        </p:grpSpPr>
        <p:sp>
          <p:nvSpPr>
            <p:cNvPr id="793" name="Freeform 792">
              <a:extLst>
                <a:ext uri="{FF2B5EF4-FFF2-40B4-BE49-F238E27FC236}">
                  <a16:creationId xmlns:a16="http://schemas.microsoft.com/office/drawing/2014/main" id="{BB444168-FD71-7E47-B4D6-391D9675421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94" name="Oval 793">
              <a:extLst>
                <a:ext uri="{FF2B5EF4-FFF2-40B4-BE49-F238E27FC236}">
                  <a16:creationId xmlns:a16="http://schemas.microsoft.com/office/drawing/2014/main" id="{FAC70931-18C0-3E4B-9F7C-07190D628EE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CDA4CB47-2278-C94D-A8EA-8D5E2A74A82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96" name="Freeform 795">
                <a:extLst>
                  <a:ext uri="{FF2B5EF4-FFF2-40B4-BE49-F238E27FC236}">
                    <a16:creationId xmlns:a16="http://schemas.microsoft.com/office/drawing/2014/main" id="{DCDB30E9-C763-0E48-9E3E-72EAECA07B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7" name="Freeform 796">
                <a:extLst>
                  <a:ext uri="{FF2B5EF4-FFF2-40B4-BE49-F238E27FC236}">
                    <a16:creationId xmlns:a16="http://schemas.microsoft.com/office/drawing/2014/main" id="{77961B40-DE0E-B64A-AC4E-268EAB832F4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8" name="Freeform 797">
                <a:extLst>
                  <a:ext uri="{FF2B5EF4-FFF2-40B4-BE49-F238E27FC236}">
                    <a16:creationId xmlns:a16="http://schemas.microsoft.com/office/drawing/2014/main" id="{C29BE61B-DD17-1E48-955B-B459D24C9D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9" name="Freeform 798">
                <a:extLst>
                  <a:ext uri="{FF2B5EF4-FFF2-40B4-BE49-F238E27FC236}">
                    <a16:creationId xmlns:a16="http://schemas.microsoft.com/office/drawing/2014/main" id="{9D0B46F6-CDBE-9C4C-98C4-18ACE1C1CF0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0" name="Group 799">
            <a:extLst>
              <a:ext uri="{FF2B5EF4-FFF2-40B4-BE49-F238E27FC236}">
                <a16:creationId xmlns:a16="http://schemas.microsoft.com/office/drawing/2014/main" id="{439AE64C-370D-E343-8E49-6C6768CBAF77}"/>
              </a:ext>
            </a:extLst>
          </p:cNvPr>
          <p:cNvGrpSpPr/>
          <p:nvPr/>
        </p:nvGrpSpPr>
        <p:grpSpPr>
          <a:xfrm>
            <a:off x="6051255" y="4923897"/>
            <a:ext cx="578032" cy="285706"/>
            <a:chOff x="7493876" y="2774731"/>
            <a:chExt cx="1481958" cy="894622"/>
          </a:xfrm>
        </p:grpSpPr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E0A1DB2C-92C8-364E-BC47-FA5BAF52161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02" name="Oval 801">
              <a:extLst>
                <a:ext uri="{FF2B5EF4-FFF2-40B4-BE49-F238E27FC236}">
                  <a16:creationId xmlns:a16="http://schemas.microsoft.com/office/drawing/2014/main" id="{84346A6B-FED3-C944-B74B-F5A1DE30FD5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543182CA-CB89-DA41-B460-2032628AECF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4" name="Freeform 803">
                <a:extLst>
                  <a:ext uri="{FF2B5EF4-FFF2-40B4-BE49-F238E27FC236}">
                    <a16:creationId xmlns:a16="http://schemas.microsoft.com/office/drawing/2014/main" id="{7C35BEA7-39EA-AF44-9B1A-9069DDBA134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5" name="Freeform 804">
                <a:extLst>
                  <a:ext uri="{FF2B5EF4-FFF2-40B4-BE49-F238E27FC236}">
                    <a16:creationId xmlns:a16="http://schemas.microsoft.com/office/drawing/2014/main" id="{CA289C9F-3DB7-7A4B-A338-B0CD67353F4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6" name="Freeform 805">
                <a:extLst>
                  <a:ext uri="{FF2B5EF4-FFF2-40B4-BE49-F238E27FC236}">
                    <a16:creationId xmlns:a16="http://schemas.microsoft.com/office/drawing/2014/main" id="{F5FC6510-D993-524E-B9F2-EB0A421DFE3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7" name="Freeform 806">
                <a:extLst>
                  <a:ext uri="{FF2B5EF4-FFF2-40B4-BE49-F238E27FC236}">
                    <a16:creationId xmlns:a16="http://schemas.microsoft.com/office/drawing/2014/main" id="{C58489D3-AD98-5849-ADA3-B1C7B9B4B9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8" name="Group 807">
            <a:extLst>
              <a:ext uri="{FF2B5EF4-FFF2-40B4-BE49-F238E27FC236}">
                <a16:creationId xmlns:a16="http://schemas.microsoft.com/office/drawing/2014/main" id="{CBD30329-EF8A-434C-B6EE-CEE2CDB2D499}"/>
              </a:ext>
            </a:extLst>
          </p:cNvPr>
          <p:cNvGrpSpPr/>
          <p:nvPr/>
        </p:nvGrpSpPr>
        <p:grpSpPr>
          <a:xfrm>
            <a:off x="5104576" y="4634194"/>
            <a:ext cx="578032" cy="285706"/>
            <a:chOff x="7493876" y="2774731"/>
            <a:chExt cx="1481958" cy="894622"/>
          </a:xfrm>
        </p:grpSpPr>
        <p:sp>
          <p:nvSpPr>
            <p:cNvPr id="809" name="Freeform 808">
              <a:extLst>
                <a:ext uri="{FF2B5EF4-FFF2-40B4-BE49-F238E27FC236}">
                  <a16:creationId xmlns:a16="http://schemas.microsoft.com/office/drawing/2014/main" id="{C16A6827-70C6-5247-943E-DBCA19804B5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10" name="Oval 809">
              <a:extLst>
                <a:ext uri="{FF2B5EF4-FFF2-40B4-BE49-F238E27FC236}">
                  <a16:creationId xmlns:a16="http://schemas.microsoft.com/office/drawing/2014/main" id="{701C0281-7FB7-B040-84C8-661D68EF69F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11" name="Group 810">
              <a:extLst>
                <a:ext uri="{FF2B5EF4-FFF2-40B4-BE49-F238E27FC236}">
                  <a16:creationId xmlns:a16="http://schemas.microsoft.com/office/drawing/2014/main" id="{019453D2-E67C-7F4E-82EB-B7EE9BD09D3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12" name="Freeform 811">
                <a:extLst>
                  <a:ext uri="{FF2B5EF4-FFF2-40B4-BE49-F238E27FC236}">
                    <a16:creationId xmlns:a16="http://schemas.microsoft.com/office/drawing/2014/main" id="{43556055-0862-FA41-B220-5E3C09F46FA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3" name="Freeform 812">
                <a:extLst>
                  <a:ext uri="{FF2B5EF4-FFF2-40B4-BE49-F238E27FC236}">
                    <a16:creationId xmlns:a16="http://schemas.microsoft.com/office/drawing/2014/main" id="{7D44D9ED-1D38-B64F-B869-982F3B76A33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4" name="Freeform 813">
                <a:extLst>
                  <a:ext uri="{FF2B5EF4-FFF2-40B4-BE49-F238E27FC236}">
                    <a16:creationId xmlns:a16="http://schemas.microsoft.com/office/drawing/2014/main" id="{64929109-8482-0C43-AE9D-6EFDD2BC94E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5" name="Freeform 814">
                <a:extLst>
                  <a:ext uri="{FF2B5EF4-FFF2-40B4-BE49-F238E27FC236}">
                    <a16:creationId xmlns:a16="http://schemas.microsoft.com/office/drawing/2014/main" id="{61BC8A89-F1ED-CE46-9494-60CF8828663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4B185-CCF9-0F43-92E1-E9A2B51C7C81}"/>
              </a:ext>
            </a:extLst>
          </p:cNvPr>
          <p:cNvGrpSpPr/>
          <p:nvPr/>
        </p:nvGrpSpPr>
        <p:grpSpPr>
          <a:xfrm>
            <a:off x="3573613" y="1604660"/>
            <a:ext cx="2317750" cy="3038266"/>
            <a:chOff x="3563785" y="1706808"/>
            <a:chExt cx="2317750" cy="3038266"/>
          </a:xfrm>
        </p:grpSpPr>
        <p:sp>
          <p:nvSpPr>
            <p:cNvPr id="539" name="Freeform 3">
              <a:extLst>
                <a:ext uri="{FF2B5EF4-FFF2-40B4-BE49-F238E27FC236}">
                  <a16:creationId xmlns:a16="http://schemas.microsoft.com/office/drawing/2014/main" id="{DEA17EE7-6646-5049-8B03-582779382B33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4355018" y="3236963"/>
              <a:ext cx="721461" cy="2294761"/>
            </a:xfrm>
            <a:custGeom>
              <a:avLst/>
              <a:gdLst>
                <a:gd name="T0" fmla="*/ 0 w 1443"/>
                <a:gd name="T1" fmla="*/ 0 h 816"/>
                <a:gd name="T2" fmla="*/ 1076 w 1443"/>
                <a:gd name="T3" fmla="*/ 782 h 816"/>
                <a:gd name="T4" fmla="*/ 1320 w 1443"/>
                <a:gd name="T5" fmla="*/ 788 h 816"/>
                <a:gd name="T6" fmla="*/ 1443 w 1443"/>
                <a:gd name="T7" fmla="*/ 5 h 816"/>
                <a:gd name="T8" fmla="*/ 0 w 1443"/>
                <a:gd name="T9" fmla="*/ 0 h 816"/>
                <a:gd name="connsiteX0" fmla="*/ 0 w 10000"/>
                <a:gd name="connsiteY0" fmla="*/ 0 h 9714"/>
                <a:gd name="connsiteX1" fmla="*/ 3718 w 10000"/>
                <a:gd name="connsiteY1" fmla="*/ 8779 h 9714"/>
                <a:gd name="connsiteX2" fmla="*/ 9148 w 10000"/>
                <a:gd name="connsiteY2" fmla="*/ 9657 h 9714"/>
                <a:gd name="connsiteX3" fmla="*/ 10000 w 10000"/>
                <a:gd name="connsiteY3" fmla="*/ 61 h 9714"/>
                <a:gd name="connsiteX4" fmla="*/ 0 w 10000"/>
                <a:gd name="connsiteY4" fmla="*/ 0 h 9714"/>
                <a:gd name="connsiteX0" fmla="*/ 0 w 10000"/>
                <a:gd name="connsiteY0" fmla="*/ 0 h 9095"/>
                <a:gd name="connsiteX1" fmla="*/ 3718 w 10000"/>
                <a:gd name="connsiteY1" fmla="*/ 9037 h 9095"/>
                <a:gd name="connsiteX2" fmla="*/ 5712 w 10000"/>
                <a:gd name="connsiteY2" fmla="*/ 8929 h 9095"/>
                <a:gd name="connsiteX3" fmla="*/ 10000 w 10000"/>
                <a:gd name="connsiteY3" fmla="*/ 63 h 9095"/>
                <a:gd name="connsiteX4" fmla="*/ 0 w 10000"/>
                <a:gd name="connsiteY4" fmla="*/ 0 h 9095"/>
                <a:gd name="connsiteX0" fmla="*/ 0 w 10000"/>
                <a:gd name="connsiteY0" fmla="*/ 0 h 10000"/>
                <a:gd name="connsiteX1" fmla="*/ 3718 w 10000"/>
                <a:gd name="connsiteY1" fmla="*/ 9936 h 10000"/>
                <a:gd name="connsiteX2" fmla="*/ 5712 w 10000"/>
                <a:gd name="connsiteY2" fmla="*/ 9817 h 10000"/>
                <a:gd name="connsiteX3" fmla="*/ 10000 w 10000"/>
                <a:gd name="connsiteY3" fmla="*/ 69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3718 w 10000"/>
                <a:gd name="connsiteY1" fmla="*/ 9936 h 10000"/>
                <a:gd name="connsiteX2" fmla="*/ 5712 w 10000"/>
                <a:gd name="connsiteY2" fmla="*/ 9817 h 10000"/>
                <a:gd name="connsiteX3" fmla="*/ 10000 w 10000"/>
                <a:gd name="connsiteY3" fmla="*/ 69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3718 w 10000"/>
                <a:gd name="connsiteY1" fmla="*/ 9936 h 10000"/>
                <a:gd name="connsiteX2" fmla="*/ 5712 w 10000"/>
                <a:gd name="connsiteY2" fmla="*/ 9817 h 10000"/>
                <a:gd name="connsiteX3" fmla="*/ 10000 w 10000"/>
                <a:gd name="connsiteY3" fmla="*/ 69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3718 w 10000"/>
                <a:gd name="connsiteY1" fmla="*/ 9936 h 10000"/>
                <a:gd name="connsiteX2" fmla="*/ 5712 w 10000"/>
                <a:gd name="connsiteY2" fmla="*/ 9817 h 10000"/>
                <a:gd name="connsiteX3" fmla="*/ 10000 w 10000"/>
                <a:gd name="connsiteY3" fmla="*/ 69 h 10000"/>
                <a:gd name="connsiteX4" fmla="*/ 0 w 10000"/>
                <a:gd name="connsiteY4" fmla="*/ 0 h 10000"/>
                <a:gd name="connsiteX0" fmla="*/ 0 w 8989"/>
                <a:gd name="connsiteY0" fmla="*/ 0 h 11618"/>
                <a:gd name="connsiteX1" fmla="*/ 2707 w 8989"/>
                <a:gd name="connsiteY1" fmla="*/ 11554 h 11618"/>
                <a:gd name="connsiteX2" fmla="*/ 4701 w 8989"/>
                <a:gd name="connsiteY2" fmla="*/ 11435 h 11618"/>
                <a:gd name="connsiteX3" fmla="*/ 8989 w 8989"/>
                <a:gd name="connsiteY3" fmla="*/ 1687 h 11618"/>
                <a:gd name="connsiteX4" fmla="*/ 0 w 8989"/>
                <a:gd name="connsiteY4" fmla="*/ 0 h 11618"/>
                <a:gd name="connsiteX0" fmla="*/ 0 w 9888"/>
                <a:gd name="connsiteY0" fmla="*/ 115 h 10115"/>
                <a:gd name="connsiteX1" fmla="*/ 3011 w 9888"/>
                <a:gd name="connsiteY1" fmla="*/ 10060 h 10115"/>
                <a:gd name="connsiteX2" fmla="*/ 5230 w 9888"/>
                <a:gd name="connsiteY2" fmla="*/ 9957 h 10115"/>
                <a:gd name="connsiteX3" fmla="*/ 9888 w 9888"/>
                <a:gd name="connsiteY3" fmla="*/ 0 h 10115"/>
                <a:gd name="connsiteX4" fmla="*/ 0 w 9888"/>
                <a:gd name="connsiteY4" fmla="*/ 115 h 10115"/>
                <a:gd name="connsiteX0" fmla="*/ 0 w 9829"/>
                <a:gd name="connsiteY0" fmla="*/ 0 h 10833"/>
                <a:gd name="connsiteX1" fmla="*/ 2874 w 9829"/>
                <a:gd name="connsiteY1" fmla="*/ 10779 h 10833"/>
                <a:gd name="connsiteX2" fmla="*/ 5118 w 9829"/>
                <a:gd name="connsiteY2" fmla="*/ 10677 h 10833"/>
                <a:gd name="connsiteX3" fmla="*/ 9829 w 9829"/>
                <a:gd name="connsiteY3" fmla="*/ 833 h 10833"/>
                <a:gd name="connsiteX4" fmla="*/ 0 w 9829"/>
                <a:gd name="connsiteY4" fmla="*/ 0 h 10833"/>
                <a:gd name="connsiteX0" fmla="*/ 0 w 10289"/>
                <a:gd name="connsiteY0" fmla="*/ 0 h 10000"/>
                <a:gd name="connsiteX1" fmla="*/ 2924 w 10289"/>
                <a:gd name="connsiteY1" fmla="*/ 9950 h 10000"/>
                <a:gd name="connsiteX2" fmla="*/ 5207 w 10289"/>
                <a:gd name="connsiteY2" fmla="*/ 9856 h 10000"/>
                <a:gd name="connsiteX3" fmla="*/ 10289 w 10289"/>
                <a:gd name="connsiteY3" fmla="*/ 54 h 10000"/>
                <a:gd name="connsiteX4" fmla="*/ 0 w 10289"/>
                <a:gd name="connsiteY4" fmla="*/ 0 h 10000"/>
                <a:gd name="connsiteX0" fmla="*/ 0 w 10289"/>
                <a:gd name="connsiteY0" fmla="*/ 0 h 10953"/>
                <a:gd name="connsiteX1" fmla="*/ 2924 w 10289"/>
                <a:gd name="connsiteY1" fmla="*/ 9950 h 10953"/>
                <a:gd name="connsiteX2" fmla="*/ 3723 w 10289"/>
                <a:gd name="connsiteY2" fmla="*/ 10695 h 10953"/>
                <a:gd name="connsiteX3" fmla="*/ 5207 w 10289"/>
                <a:gd name="connsiteY3" fmla="*/ 9856 h 10953"/>
                <a:gd name="connsiteX4" fmla="*/ 10289 w 10289"/>
                <a:gd name="connsiteY4" fmla="*/ 54 h 10953"/>
                <a:gd name="connsiteX5" fmla="*/ 0 w 10289"/>
                <a:gd name="connsiteY5" fmla="*/ 0 h 10953"/>
                <a:gd name="connsiteX0" fmla="*/ 0 w 10289"/>
                <a:gd name="connsiteY0" fmla="*/ 0 h 11138"/>
                <a:gd name="connsiteX1" fmla="*/ 2924 w 10289"/>
                <a:gd name="connsiteY1" fmla="*/ 9950 h 11138"/>
                <a:gd name="connsiteX2" fmla="*/ 5207 w 10289"/>
                <a:gd name="connsiteY2" fmla="*/ 9856 h 11138"/>
                <a:gd name="connsiteX3" fmla="*/ 10289 w 10289"/>
                <a:gd name="connsiteY3" fmla="*/ 54 h 11138"/>
                <a:gd name="connsiteX4" fmla="*/ 0 w 10289"/>
                <a:gd name="connsiteY4" fmla="*/ 0 h 11138"/>
                <a:gd name="connsiteX0" fmla="*/ 0 w 10289"/>
                <a:gd name="connsiteY0" fmla="*/ 0 h 10669"/>
                <a:gd name="connsiteX1" fmla="*/ 2924 w 10289"/>
                <a:gd name="connsiteY1" fmla="*/ 9950 h 10669"/>
                <a:gd name="connsiteX2" fmla="*/ 5207 w 10289"/>
                <a:gd name="connsiteY2" fmla="*/ 9856 h 10669"/>
                <a:gd name="connsiteX3" fmla="*/ 10289 w 10289"/>
                <a:gd name="connsiteY3" fmla="*/ 54 h 10669"/>
                <a:gd name="connsiteX4" fmla="*/ 0 w 10289"/>
                <a:gd name="connsiteY4" fmla="*/ 0 h 10669"/>
                <a:gd name="connsiteX0" fmla="*/ 0 w 10289"/>
                <a:gd name="connsiteY0" fmla="*/ 0 h 10734"/>
                <a:gd name="connsiteX1" fmla="*/ 2924 w 10289"/>
                <a:gd name="connsiteY1" fmla="*/ 9950 h 10734"/>
                <a:gd name="connsiteX2" fmla="*/ 4455 w 10289"/>
                <a:gd name="connsiteY2" fmla="*/ 10094 h 10734"/>
                <a:gd name="connsiteX3" fmla="*/ 10289 w 10289"/>
                <a:gd name="connsiteY3" fmla="*/ 54 h 10734"/>
                <a:gd name="connsiteX4" fmla="*/ 0 w 10289"/>
                <a:gd name="connsiteY4" fmla="*/ 0 h 10734"/>
                <a:gd name="connsiteX0" fmla="*/ 0 w 10289"/>
                <a:gd name="connsiteY0" fmla="*/ 0 h 10107"/>
                <a:gd name="connsiteX1" fmla="*/ 2924 w 10289"/>
                <a:gd name="connsiteY1" fmla="*/ 9950 h 10107"/>
                <a:gd name="connsiteX2" fmla="*/ 4455 w 10289"/>
                <a:gd name="connsiteY2" fmla="*/ 10094 h 10107"/>
                <a:gd name="connsiteX3" fmla="*/ 10289 w 10289"/>
                <a:gd name="connsiteY3" fmla="*/ 54 h 10107"/>
                <a:gd name="connsiteX4" fmla="*/ 0 w 10289"/>
                <a:gd name="connsiteY4" fmla="*/ 0 h 10107"/>
                <a:gd name="connsiteX0" fmla="*/ 0 w 10289"/>
                <a:gd name="connsiteY0" fmla="*/ 0 h 10107"/>
                <a:gd name="connsiteX1" fmla="*/ 2924 w 10289"/>
                <a:gd name="connsiteY1" fmla="*/ 9950 h 10107"/>
                <a:gd name="connsiteX2" fmla="*/ 4455 w 10289"/>
                <a:gd name="connsiteY2" fmla="*/ 10094 h 10107"/>
                <a:gd name="connsiteX3" fmla="*/ 10289 w 10289"/>
                <a:gd name="connsiteY3" fmla="*/ 54 h 10107"/>
                <a:gd name="connsiteX4" fmla="*/ 0 w 10289"/>
                <a:gd name="connsiteY4" fmla="*/ 0 h 10107"/>
                <a:gd name="connsiteX0" fmla="*/ 0 w 10289"/>
                <a:gd name="connsiteY0" fmla="*/ 0 h 10107"/>
                <a:gd name="connsiteX1" fmla="*/ 2924 w 10289"/>
                <a:gd name="connsiteY1" fmla="*/ 9950 h 10107"/>
                <a:gd name="connsiteX2" fmla="*/ 4455 w 10289"/>
                <a:gd name="connsiteY2" fmla="*/ 10094 h 10107"/>
                <a:gd name="connsiteX3" fmla="*/ 10289 w 10289"/>
                <a:gd name="connsiteY3" fmla="*/ 54 h 10107"/>
                <a:gd name="connsiteX4" fmla="*/ 0 w 10289"/>
                <a:gd name="connsiteY4" fmla="*/ 0 h 10107"/>
                <a:gd name="connsiteX0" fmla="*/ 0 w 10289"/>
                <a:gd name="connsiteY0" fmla="*/ 0 h 9960"/>
                <a:gd name="connsiteX1" fmla="*/ 2924 w 10289"/>
                <a:gd name="connsiteY1" fmla="*/ 9950 h 9960"/>
                <a:gd name="connsiteX2" fmla="*/ 4166 w 10289"/>
                <a:gd name="connsiteY2" fmla="*/ 9776 h 9960"/>
                <a:gd name="connsiteX3" fmla="*/ 10289 w 10289"/>
                <a:gd name="connsiteY3" fmla="*/ 54 h 9960"/>
                <a:gd name="connsiteX4" fmla="*/ 0 w 10289"/>
                <a:gd name="connsiteY4" fmla="*/ 0 h 9960"/>
                <a:gd name="connsiteX0" fmla="*/ 0 w 10000"/>
                <a:gd name="connsiteY0" fmla="*/ 0 h 10000"/>
                <a:gd name="connsiteX1" fmla="*/ 2842 w 10000"/>
                <a:gd name="connsiteY1" fmla="*/ 9990 h 10000"/>
                <a:gd name="connsiteX2" fmla="*/ 4049 w 10000"/>
                <a:gd name="connsiteY2" fmla="*/ 9815 h 10000"/>
                <a:gd name="connsiteX3" fmla="*/ 10000 w 10000"/>
                <a:gd name="connsiteY3" fmla="*/ 54 h 10000"/>
                <a:gd name="connsiteX4" fmla="*/ 0 w 10000"/>
                <a:gd name="connsiteY4" fmla="*/ 0 h 10000"/>
                <a:gd name="connsiteX0" fmla="*/ 0 w 10000"/>
                <a:gd name="connsiteY0" fmla="*/ 0 h 10400"/>
                <a:gd name="connsiteX1" fmla="*/ 2740 w 10000"/>
                <a:gd name="connsiteY1" fmla="*/ 10397 h 10400"/>
                <a:gd name="connsiteX2" fmla="*/ 4049 w 10000"/>
                <a:gd name="connsiteY2" fmla="*/ 9815 h 10400"/>
                <a:gd name="connsiteX3" fmla="*/ 10000 w 10000"/>
                <a:gd name="connsiteY3" fmla="*/ 54 h 10400"/>
                <a:gd name="connsiteX4" fmla="*/ 0 w 10000"/>
                <a:gd name="connsiteY4" fmla="*/ 0 h 10400"/>
                <a:gd name="connsiteX0" fmla="*/ 0 w 10000"/>
                <a:gd name="connsiteY0" fmla="*/ 0 h 10419"/>
                <a:gd name="connsiteX1" fmla="*/ 2740 w 10000"/>
                <a:gd name="connsiteY1" fmla="*/ 10397 h 10419"/>
                <a:gd name="connsiteX2" fmla="*/ 3599 w 10000"/>
                <a:gd name="connsiteY2" fmla="*/ 10338 h 10419"/>
                <a:gd name="connsiteX3" fmla="*/ 10000 w 10000"/>
                <a:gd name="connsiteY3" fmla="*/ 54 h 10419"/>
                <a:gd name="connsiteX4" fmla="*/ 0 w 10000"/>
                <a:gd name="connsiteY4" fmla="*/ 0 h 10419"/>
                <a:gd name="connsiteX0" fmla="*/ 0 w 10000"/>
                <a:gd name="connsiteY0" fmla="*/ 0 h 10397"/>
                <a:gd name="connsiteX1" fmla="*/ 2740 w 10000"/>
                <a:gd name="connsiteY1" fmla="*/ 10397 h 10397"/>
                <a:gd name="connsiteX2" fmla="*/ 3599 w 10000"/>
                <a:gd name="connsiteY2" fmla="*/ 10338 h 10397"/>
                <a:gd name="connsiteX3" fmla="*/ 10000 w 10000"/>
                <a:gd name="connsiteY3" fmla="*/ 54 h 10397"/>
                <a:gd name="connsiteX4" fmla="*/ 0 w 10000"/>
                <a:gd name="connsiteY4" fmla="*/ 0 h 10397"/>
                <a:gd name="connsiteX0" fmla="*/ 0 w 10614"/>
                <a:gd name="connsiteY0" fmla="*/ 0 h 10397"/>
                <a:gd name="connsiteX1" fmla="*/ 2740 w 10614"/>
                <a:gd name="connsiteY1" fmla="*/ 10397 h 10397"/>
                <a:gd name="connsiteX2" fmla="*/ 3599 w 10614"/>
                <a:gd name="connsiteY2" fmla="*/ 10338 h 10397"/>
                <a:gd name="connsiteX3" fmla="*/ 10614 w 10614"/>
                <a:gd name="connsiteY3" fmla="*/ 112 h 10397"/>
                <a:gd name="connsiteX4" fmla="*/ 0 w 10614"/>
                <a:gd name="connsiteY4" fmla="*/ 0 h 10397"/>
                <a:gd name="connsiteX0" fmla="*/ 0 w 10614"/>
                <a:gd name="connsiteY0" fmla="*/ 0 h 10397"/>
                <a:gd name="connsiteX1" fmla="*/ 2740 w 10614"/>
                <a:gd name="connsiteY1" fmla="*/ 10397 h 10397"/>
                <a:gd name="connsiteX2" fmla="*/ 3599 w 10614"/>
                <a:gd name="connsiteY2" fmla="*/ 10338 h 10397"/>
                <a:gd name="connsiteX3" fmla="*/ 10614 w 10614"/>
                <a:gd name="connsiteY3" fmla="*/ 112 h 10397"/>
                <a:gd name="connsiteX4" fmla="*/ 0 w 10614"/>
                <a:gd name="connsiteY4" fmla="*/ 0 h 10397"/>
                <a:gd name="connsiteX0" fmla="*/ 0 w 10675"/>
                <a:gd name="connsiteY0" fmla="*/ 0 h 10310"/>
                <a:gd name="connsiteX1" fmla="*/ 2801 w 10675"/>
                <a:gd name="connsiteY1" fmla="*/ 10310 h 10310"/>
                <a:gd name="connsiteX2" fmla="*/ 3660 w 10675"/>
                <a:gd name="connsiteY2" fmla="*/ 10251 h 10310"/>
                <a:gd name="connsiteX3" fmla="*/ 10675 w 10675"/>
                <a:gd name="connsiteY3" fmla="*/ 25 h 10310"/>
                <a:gd name="connsiteX4" fmla="*/ 0 w 10675"/>
                <a:gd name="connsiteY4" fmla="*/ 0 h 10310"/>
                <a:gd name="connsiteX0" fmla="*/ 0 w 6741"/>
                <a:gd name="connsiteY0" fmla="*/ 0 h 15505"/>
                <a:gd name="connsiteX1" fmla="*/ 2801 w 6741"/>
                <a:gd name="connsiteY1" fmla="*/ 10310 h 15505"/>
                <a:gd name="connsiteX2" fmla="*/ 3660 w 6741"/>
                <a:gd name="connsiteY2" fmla="*/ 10251 h 15505"/>
                <a:gd name="connsiteX3" fmla="*/ 6741 w 6741"/>
                <a:gd name="connsiteY3" fmla="*/ 14932 h 15505"/>
                <a:gd name="connsiteX4" fmla="*/ 0 w 6741"/>
                <a:gd name="connsiteY4" fmla="*/ 0 h 15505"/>
                <a:gd name="connsiteX0" fmla="*/ 5612 w 7164"/>
                <a:gd name="connsiteY0" fmla="*/ 0 h 10410"/>
                <a:gd name="connsiteX1" fmla="*/ 13 w 7164"/>
                <a:gd name="connsiteY1" fmla="*/ 7060 h 10410"/>
                <a:gd name="connsiteX2" fmla="*/ 1287 w 7164"/>
                <a:gd name="connsiteY2" fmla="*/ 7022 h 10410"/>
                <a:gd name="connsiteX3" fmla="*/ 5858 w 7164"/>
                <a:gd name="connsiteY3" fmla="*/ 10041 h 10410"/>
                <a:gd name="connsiteX4" fmla="*/ 5612 w 7164"/>
                <a:gd name="connsiteY4" fmla="*/ 0 h 10410"/>
                <a:gd name="connsiteX0" fmla="*/ 7932 w 10098"/>
                <a:gd name="connsiteY0" fmla="*/ 0 h 10001"/>
                <a:gd name="connsiteX1" fmla="*/ 116 w 10098"/>
                <a:gd name="connsiteY1" fmla="*/ 6782 h 10001"/>
                <a:gd name="connsiteX2" fmla="*/ 1894 w 10098"/>
                <a:gd name="connsiteY2" fmla="*/ 6745 h 10001"/>
                <a:gd name="connsiteX3" fmla="*/ 8275 w 10098"/>
                <a:gd name="connsiteY3" fmla="*/ 9646 h 10001"/>
                <a:gd name="connsiteX4" fmla="*/ 7932 w 10098"/>
                <a:gd name="connsiteY4" fmla="*/ 0 h 10001"/>
                <a:gd name="connsiteX0" fmla="*/ 7932 w 11399"/>
                <a:gd name="connsiteY0" fmla="*/ 0 h 10001"/>
                <a:gd name="connsiteX1" fmla="*/ 116 w 11399"/>
                <a:gd name="connsiteY1" fmla="*/ 6782 h 10001"/>
                <a:gd name="connsiteX2" fmla="*/ 1894 w 11399"/>
                <a:gd name="connsiteY2" fmla="*/ 6745 h 10001"/>
                <a:gd name="connsiteX3" fmla="*/ 8275 w 11399"/>
                <a:gd name="connsiteY3" fmla="*/ 9646 h 10001"/>
                <a:gd name="connsiteX4" fmla="*/ 7932 w 11399"/>
                <a:gd name="connsiteY4" fmla="*/ 0 h 10001"/>
                <a:gd name="connsiteX0" fmla="*/ 7932 w 8463"/>
                <a:gd name="connsiteY0" fmla="*/ 0 h 10001"/>
                <a:gd name="connsiteX1" fmla="*/ 116 w 8463"/>
                <a:gd name="connsiteY1" fmla="*/ 6782 h 10001"/>
                <a:gd name="connsiteX2" fmla="*/ 1894 w 8463"/>
                <a:gd name="connsiteY2" fmla="*/ 6745 h 10001"/>
                <a:gd name="connsiteX3" fmla="*/ 8275 w 8463"/>
                <a:gd name="connsiteY3" fmla="*/ 9646 h 10001"/>
                <a:gd name="connsiteX4" fmla="*/ 7932 w 8463"/>
                <a:gd name="connsiteY4" fmla="*/ 0 h 10001"/>
                <a:gd name="connsiteX0" fmla="*/ 10170 w 10376"/>
                <a:gd name="connsiteY0" fmla="*/ 0 h 9753"/>
                <a:gd name="connsiteX1" fmla="*/ 109 w 10376"/>
                <a:gd name="connsiteY1" fmla="*/ 6534 h 9753"/>
                <a:gd name="connsiteX2" fmla="*/ 2210 w 10376"/>
                <a:gd name="connsiteY2" fmla="*/ 6497 h 9753"/>
                <a:gd name="connsiteX3" fmla="*/ 9750 w 10376"/>
                <a:gd name="connsiteY3" fmla="*/ 9398 h 9753"/>
                <a:gd name="connsiteX4" fmla="*/ 10170 w 10376"/>
                <a:gd name="connsiteY4" fmla="*/ 0 h 9753"/>
                <a:gd name="connsiteX0" fmla="*/ 9801 w 9999"/>
                <a:gd name="connsiteY0" fmla="*/ 0 h 9636"/>
                <a:gd name="connsiteX1" fmla="*/ 105 w 9999"/>
                <a:gd name="connsiteY1" fmla="*/ 6699 h 9636"/>
                <a:gd name="connsiteX2" fmla="*/ 2130 w 9999"/>
                <a:gd name="connsiteY2" fmla="*/ 6662 h 9636"/>
                <a:gd name="connsiteX3" fmla="*/ 9397 w 9999"/>
                <a:gd name="connsiteY3" fmla="*/ 9636 h 9636"/>
                <a:gd name="connsiteX4" fmla="*/ 9801 w 9999"/>
                <a:gd name="connsiteY4" fmla="*/ 0 h 9636"/>
                <a:gd name="connsiteX0" fmla="*/ 9802 w 10000"/>
                <a:gd name="connsiteY0" fmla="*/ 0 h 10000"/>
                <a:gd name="connsiteX1" fmla="*/ 105 w 10000"/>
                <a:gd name="connsiteY1" fmla="*/ 6952 h 10000"/>
                <a:gd name="connsiteX2" fmla="*/ 2130 w 10000"/>
                <a:gd name="connsiteY2" fmla="*/ 6914 h 10000"/>
                <a:gd name="connsiteX3" fmla="*/ 9398 w 10000"/>
                <a:gd name="connsiteY3" fmla="*/ 10000 h 10000"/>
                <a:gd name="connsiteX4" fmla="*/ 9802 w 10000"/>
                <a:gd name="connsiteY4" fmla="*/ 0 h 10000"/>
                <a:gd name="connsiteX0" fmla="*/ 9697 w 9895"/>
                <a:gd name="connsiteY0" fmla="*/ 0 h 10000"/>
                <a:gd name="connsiteX1" fmla="*/ 0 w 9895"/>
                <a:gd name="connsiteY1" fmla="*/ 6952 h 10000"/>
                <a:gd name="connsiteX2" fmla="*/ 2025 w 9895"/>
                <a:gd name="connsiteY2" fmla="*/ 6914 h 10000"/>
                <a:gd name="connsiteX3" fmla="*/ 9293 w 9895"/>
                <a:gd name="connsiteY3" fmla="*/ 10000 h 10000"/>
                <a:gd name="connsiteX4" fmla="*/ 9697 w 9895"/>
                <a:gd name="connsiteY4" fmla="*/ 0 h 10000"/>
                <a:gd name="connsiteX0" fmla="*/ 9800 w 10001"/>
                <a:gd name="connsiteY0" fmla="*/ 0 h 10000"/>
                <a:gd name="connsiteX1" fmla="*/ 0 w 10001"/>
                <a:gd name="connsiteY1" fmla="*/ 6952 h 10000"/>
                <a:gd name="connsiteX2" fmla="*/ 2314 w 10001"/>
                <a:gd name="connsiteY2" fmla="*/ 7860 h 10000"/>
                <a:gd name="connsiteX3" fmla="*/ 9392 w 10001"/>
                <a:gd name="connsiteY3" fmla="*/ 10000 h 10000"/>
                <a:gd name="connsiteX4" fmla="*/ 9800 w 10001"/>
                <a:gd name="connsiteY4" fmla="*/ 0 h 10000"/>
                <a:gd name="connsiteX0" fmla="*/ 9800 w 10001"/>
                <a:gd name="connsiteY0" fmla="*/ 0 h 10000"/>
                <a:gd name="connsiteX1" fmla="*/ 0 w 10001"/>
                <a:gd name="connsiteY1" fmla="*/ 6952 h 10000"/>
                <a:gd name="connsiteX2" fmla="*/ 2314 w 10001"/>
                <a:gd name="connsiteY2" fmla="*/ 7860 h 10000"/>
                <a:gd name="connsiteX3" fmla="*/ 9392 w 10001"/>
                <a:gd name="connsiteY3" fmla="*/ 10000 h 10000"/>
                <a:gd name="connsiteX4" fmla="*/ 9800 w 10001"/>
                <a:gd name="connsiteY4" fmla="*/ 0 h 10000"/>
                <a:gd name="connsiteX0" fmla="*/ 9800 w 10001"/>
                <a:gd name="connsiteY0" fmla="*/ 0 h 10000"/>
                <a:gd name="connsiteX1" fmla="*/ 0 w 10001"/>
                <a:gd name="connsiteY1" fmla="*/ 6952 h 10000"/>
                <a:gd name="connsiteX2" fmla="*/ 2314 w 10001"/>
                <a:gd name="connsiteY2" fmla="*/ 7860 h 10000"/>
                <a:gd name="connsiteX3" fmla="*/ 9392 w 10001"/>
                <a:gd name="connsiteY3" fmla="*/ 10000 h 10000"/>
                <a:gd name="connsiteX4" fmla="*/ 9800 w 10001"/>
                <a:gd name="connsiteY4" fmla="*/ 0 h 10000"/>
                <a:gd name="connsiteX0" fmla="*/ 9800 w 10148"/>
                <a:gd name="connsiteY0" fmla="*/ 0 h 10158"/>
                <a:gd name="connsiteX1" fmla="*/ 0 w 10148"/>
                <a:gd name="connsiteY1" fmla="*/ 6952 h 10158"/>
                <a:gd name="connsiteX2" fmla="*/ 2314 w 10148"/>
                <a:gd name="connsiteY2" fmla="*/ 7860 h 10158"/>
                <a:gd name="connsiteX3" fmla="*/ 9794 w 10148"/>
                <a:gd name="connsiteY3" fmla="*/ 10158 h 10158"/>
                <a:gd name="connsiteX4" fmla="*/ 9800 w 10148"/>
                <a:gd name="connsiteY4" fmla="*/ 0 h 10158"/>
                <a:gd name="connsiteX0" fmla="*/ 9800 w 10148"/>
                <a:gd name="connsiteY0" fmla="*/ 0 h 10158"/>
                <a:gd name="connsiteX1" fmla="*/ 0 w 10148"/>
                <a:gd name="connsiteY1" fmla="*/ 6952 h 10158"/>
                <a:gd name="connsiteX2" fmla="*/ 1653 w 10148"/>
                <a:gd name="connsiteY2" fmla="*/ 8453 h 10158"/>
                <a:gd name="connsiteX3" fmla="*/ 9794 w 10148"/>
                <a:gd name="connsiteY3" fmla="*/ 10158 h 10158"/>
                <a:gd name="connsiteX4" fmla="*/ 9800 w 10148"/>
                <a:gd name="connsiteY4" fmla="*/ 0 h 10158"/>
                <a:gd name="connsiteX0" fmla="*/ 9800 w 10148"/>
                <a:gd name="connsiteY0" fmla="*/ 0 h 10158"/>
                <a:gd name="connsiteX1" fmla="*/ 0 w 10148"/>
                <a:gd name="connsiteY1" fmla="*/ 6952 h 10158"/>
                <a:gd name="connsiteX2" fmla="*/ 1653 w 10148"/>
                <a:gd name="connsiteY2" fmla="*/ 8453 h 10158"/>
                <a:gd name="connsiteX3" fmla="*/ 9794 w 10148"/>
                <a:gd name="connsiteY3" fmla="*/ 10158 h 10158"/>
                <a:gd name="connsiteX4" fmla="*/ 9800 w 10148"/>
                <a:gd name="connsiteY4" fmla="*/ 0 h 10158"/>
                <a:gd name="connsiteX0" fmla="*/ 8194 w 8542"/>
                <a:gd name="connsiteY0" fmla="*/ 0 h 10158"/>
                <a:gd name="connsiteX1" fmla="*/ 0 w 8542"/>
                <a:gd name="connsiteY1" fmla="*/ 7601 h 10158"/>
                <a:gd name="connsiteX2" fmla="*/ 47 w 8542"/>
                <a:gd name="connsiteY2" fmla="*/ 8453 h 10158"/>
                <a:gd name="connsiteX3" fmla="*/ 8188 w 8542"/>
                <a:gd name="connsiteY3" fmla="*/ 10158 h 10158"/>
                <a:gd name="connsiteX4" fmla="*/ 8194 w 8542"/>
                <a:gd name="connsiteY4" fmla="*/ 0 h 10158"/>
                <a:gd name="connsiteX0" fmla="*/ 9538 w 9975"/>
                <a:gd name="connsiteY0" fmla="*/ 0 h 10128"/>
                <a:gd name="connsiteX1" fmla="*/ 0 w 9975"/>
                <a:gd name="connsiteY1" fmla="*/ 7611 h 10128"/>
                <a:gd name="connsiteX2" fmla="*/ 55 w 9975"/>
                <a:gd name="connsiteY2" fmla="*/ 8450 h 10128"/>
                <a:gd name="connsiteX3" fmla="*/ 9586 w 9975"/>
                <a:gd name="connsiteY3" fmla="*/ 10128 h 10128"/>
                <a:gd name="connsiteX4" fmla="*/ 9538 w 9975"/>
                <a:gd name="connsiteY4" fmla="*/ 0 h 10128"/>
                <a:gd name="connsiteX0" fmla="*/ 9562 w 9999"/>
                <a:gd name="connsiteY0" fmla="*/ 0 h 10000"/>
                <a:gd name="connsiteX1" fmla="*/ 0 w 9999"/>
                <a:gd name="connsiteY1" fmla="*/ 7515 h 10000"/>
                <a:gd name="connsiteX2" fmla="*/ 55 w 9999"/>
                <a:gd name="connsiteY2" fmla="*/ 8343 h 10000"/>
                <a:gd name="connsiteX3" fmla="*/ 9610 w 9999"/>
                <a:gd name="connsiteY3" fmla="*/ 10000 h 10000"/>
                <a:gd name="connsiteX4" fmla="*/ 9562 w 9999"/>
                <a:gd name="connsiteY4" fmla="*/ 0 h 10000"/>
                <a:gd name="connsiteX0" fmla="*/ 9563 w 10000"/>
                <a:gd name="connsiteY0" fmla="*/ 0 h 10126"/>
                <a:gd name="connsiteX1" fmla="*/ 0 w 10000"/>
                <a:gd name="connsiteY1" fmla="*/ 7515 h 10126"/>
                <a:gd name="connsiteX2" fmla="*/ 55 w 10000"/>
                <a:gd name="connsiteY2" fmla="*/ 8343 h 10126"/>
                <a:gd name="connsiteX3" fmla="*/ 9611 w 10000"/>
                <a:gd name="connsiteY3" fmla="*/ 10126 h 10126"/>
                <a:gd name="connsiteX4" fmla="*/ 9563 w 10000"/>
                <a:gd name="connsiteY4" fmla="*/ 0 h 10126"/>
                <a:gd name="connsiteX0" fmla="*/ 9563 w 10000"/>
                <a:gd name="connsiteY0" fmla="*/ 0 h 10126"/>
                <a:gd name="connsiteX1" fmla="*/ 0 w 10000"/>
                <a:gd name="connsiteY1" fmla="*/ 7515 h 10126"/>
                <a:gd name="connsiteX2" fmla="*/ 55 w 10000"/>
                <a:gd name="connsiteY2" fmla="*/ 8343 h 10126"/>
                <a:gd name="connsiteX3" fmla="*/ 9611 w 10000"/>
                <a:gd name="connsiteY3" fmla="*/ 10126 h 10126"/>
                <a:gd name="connsiteX4" fmla="*/ 9563 w 10000"/>
                <a:gd name="connsiteY4" fmla="*/ 0 h 10126"/>
                <a:gd name="connsiteX0" fmla="*/ 9563 w 9799"/>
                <a:gd name="connsiteY0" fmla="*/ 0 h 10126"/>
                <a:gd name="connsiteX1" fmla="*/ 0 w 9799"/>
                <a:gd name="connsiteY1" fmla="*/ 7515 h 10126"/>
                <a:gd name="connsiteX2" fmla="*/ 55 w 9799"/>
                <a:gd name="connsiteY2" fmla="*/ 8343 h 10126"/>
                <a:gd name="connsiteX3" fmla="*/ 9611 w 9799"/>
                <a:gd name="connsiteY3" fmla="*/ 10126 h 10126"/>
                <a:gd name="connsiteX4" fmla="*/ 9563 w 9799"/>
                <a:gd name="connsiteY4" fmla="*/ 0 h 10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99" h="10126">
                  <a:moveTo>
                    <a:pt x="9563" y="0"/>
                  </a:moveTo>
                  <a:cubicBezTo>
                    <a:pt x="6380" y="3447"/>
                    <a:pt x="4378" y="4742"/>
                    <a:pt x="0" y="7515"/>
                  </a:cubicBezTo>
                  <a:cubicBezTo>
                    <a:pt x="19" y="7790"/>
                    <a:pt x="36" y="8067"/>
                    <a:pt x="55" y="8343"/>
                  </a:cubicBezTo>
                  <a:cubicBezTo>
                    <a:pt x="3592" y="8754"/>
                    <a:pt x="6787" y="8518"/>
                    <a:pt x="9611" y="10126"/>
                  </a:cubicBezTo>
                  <a:cubicBezTo>
                    <a:pt x="9580" y="4725"/>
                    <a:pt x="10082" y="3581"/>
                    <a:pt x="9563" y="0"/>
                  </a:cubicBezTo>
                  <a:close/>
                </a:path>
              </a:pathLst>
            </a:custGeom>
            <a:gradFill rotWithShape="1">
              <a:gsLst>
                <a:gs pos="75000">
                  <a:schemeClr val="bg1">
                    <a:lumMod val="85000"/>
                  </a:schemeClr>
                </a:gs>
                <a:gs pos="0">
                  <a:schemeClr val="bg1">
                    <a:lumMod val="75000"/>
                  </a:schemeClr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41" name="Rectangle 4">
              <a:extLst>
                <a:ext uri="{FF2B5EF4-FFF2-40B4-BE49-F238E27FC236}">
                  <a16:creationId xmlns:a16="http://schemas.microsoft.com/office/drawing/2014/main" id="{164DBCFC-5616-9547-B9D4-E3DCFE3BE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785" y="1706808"/>
              <a:ext cx="2317750" cy="233362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42" name="Oval 5">
              <a:extLst>
                <a:ext uri="{FF2B5EF4-FFF2-40B4-BE49-F238E27FC236}">
                  <a16:creationId xmlns:a16="http://schemas.microsoft.com/office/drawing/2014/main" id="{022CCE76-7473-384C-B8AD-4B26D3605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197" y="1759196"/>
              <a:ext cx="2095500" cy="60483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43" name="Text Box 108">
              <a:extLst>
                <a:ext uri="{FF2B5EF4-FFF2-40B4-BE49-F238E27FC236}">
                  <a16:creationId xmlns:a16="http://schemas.microsoft.com/office/drawing/2014/main" id="{5C8E906F-87BB-6246-A8F8-5B849D560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2415" y="1866181"/>
              <a:ext cx="18637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routing algorithm</a:t>
              </a:r>
            </a:p>
          </p:txBody>
        </p:sp>
        <p:sp>
          <p:nvSpPr>
            <p:cNvPr id="544" name="Rectangle 109">
              <a:extLst>
                <a:ext uri="{FF2B5EF4-FFF2-40B4-BE49-F238E27FC236}">
                  <a16:creationId xmlns:a16="http://schemas.microsoft.com/office/drawing/2014/main" id="{5814F0BC-A4E2-414A-8230-B4877080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172" y="2586219"/>
              <a:ext cx="2005013" cy="13573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46" name="Text Box 111">
              <a:extLst>
                <a:ext uri="{FF2B5EF4-FFF2-40B4-BE49-F238E27FC236}">
                  <a16:creationId xmlns:a16="http://schemas.microsoft.com/office/drawing/2014/main" id="{C638B8A1-75B3-8749-A235-1EE1778B6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6660" y="2864096"/>
              <a:ext cx="12128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header value</a:t>
              </a:r>
            </a:p>
          </p:txBody>
        </p:sp>
        <p:sp>
          <p:nvSpPr>
            <p:cNvPr id="547" name="Text Box 112">
              <a:extLst>
                <a:ext uri="{FF2B5EF4-FFF2-40B4-BE49-F238E27FC236}">
                  <a16:creationId xmlns:a16="http://schemas.microsoft.com/office/drawing/2014/main" id="{CAC7F94E-387B-054D-AC5B-A6ACAFEBC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3460" y="2865683"/>
              <a:ext cx="10414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output link</a:t>
              </a:r>
            </a:p>
          </p:txBody>
        </p:sp>
        <p:sp>
          <p:nvSpPr>
            <p:cNvPr id="548" name="Line 113">
              <a:extLst>
                <a:ext uri="{FF2B5EF4-FFF2-40B4-BE49-F238E27FC236}">
                  <a16:creationId xmlns:a16="http://schemas.microsoft.com/office/drawing/2014/main" id="{F1E4DBAB-F3DB-A040-865E-B04E53136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1885" y="2876796"/>
              <a:ext cx="7937" cy="1066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49" name="Text Box 114">
              <a:extLst>
                <a:ext uri="{FF2B5EF4-FFF2-40B4-BE49-F238E27FC236}">
                  <a16:creationId xmlns:a16="http://schemas.microsoft.com/office/drawing/2014/main" id="{632019DF-E579-4B45-A8CE-2312F51B8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2297" y="3148258"/>
              <a:ext cx="520700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0100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0101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0111</a:t>
              </a:r>
            </a:p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1001</a:t>
              </a:r>
            </a:p>
          </p:txBody>
        </p:sp>
        <p:sp>
          <p:nvSpPr>
            <p:cNvPr id="550" name="Text Box 115">
              <a:extLst>
                <a:ext uri="{FF2B5EF4-FFF2-40B4-BE49-F238E27FC236}">
                  <a16:creationId xmlns:a16="http://schemas.microsoft.com/office/drawing/2014/main" id="{54502672-4BE9-284A-B3B3-FA8A482CE2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7760" y="3148258"/>
              <a:ext cx="268287" cy="82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3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1</a:t>
              </a:r>
            </a:p>
          </p:txBody>
        </p:sp>
        <p:sp>
          <p:nvSpPr>
            <p:cNvPr id="551" name="Line 116">
              <a:extLst>
                <a:ext uri="{FF2B5EF4-FFF2-40B4-BE49-F238E27FC236}">
                  <a16:creationId xmlns:a16="http://schemas.microsoft.com/office/drawing/2014/main" id="{7AC235F1-D847-EB45-9746-2E1D0ED69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172" y="3133971"/>
              <a:ext cx="2006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52" name="Line 117">
              <a:extLst>
                <a:ext uri="{FF2B5EF4-FFF2-40B4-BE49-F238E27FC236}">
                  <a16:creationId xmlns:a16="http://schemas.microsoft.com/office/drawing/2014/main" id="{E3F3F0A3-B7B7-C84F-8E76-3C4C5F55C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5235" y="2886321"/>
              <a:ext cx="2006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818" name="Text Box 108">
              <a:extLst>
                <a:ext uri="{FF2B5EF4-FFF2-40B4-BE49-F238E27FC236}">
                  <a16:creationId xmlns:a16="http://schemas.microsoft.com/office/drawing/2014/main" id="{E7C9C96C-2BC6-C44A-AE8A-01BCFB474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421" y="2588130"/>
              <a:ext cx="218185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local forwarding table</a:t>
              </a:r>
            </a:p>
          </p:txBody>
        </p:sp>
        <p:sp>
          <p:nvSpPr>
            <p:cNvPr id="553" name="AutoShape 118">
              <a:extLst>
                <a:ext uri="{FF2B5EF4-FFF2-40B4-BE49-F238E27FC236}">
                  <a16:creationId xmlns:a16="http://schemas.microsoft.com/office/drawing/2014/main" id="{CE405A55-DEFA-E34D-A391-3BAFA1DB29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41697" y="2356096"/>
              <a:ext cx="241300" cy="273050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171" name="Content Placeholder 4">
            <a:extLst>
              <a:ext uri="{FF2B5EF4-FFF2-40B4-BE49-F238E27FC236}">
                <a16:creationId xmlns:a16="http://schemas.microsoft.com/office/drawing/2014/main" id="{5FE3427C-6327-DC4F-BEB5-B04B68C98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05189" y="3986739"/>
            <a:ext cx="3398677" cy="2646916"/>
          </a:xfrm>
        </p:spPr>
        <p:txBody>
          <a:bodyPr>
            <a:normAutofit/>
          </a:bodyPr>
          <a:lstStyle/>
          <a:p>
            <a:pPr marL="130175" indent="0">
              <a:buNone/>
            </a:pPr>
            <a:r>
              <a:rPr lang="en-US" altLang="en-US" sz="3000" i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2. Forwarding:</a:t>
            </a:r>
          </a:p>
          <a:p>
            <a:pPr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en-US" sz="2400" dirty="0" smtClean="0">
                <a:ea typeface="ＭＳ Ｐゴシック" panose="020B0600070205080204" pitchFamily="34" charset="-128"/>
              </a:rPr>
              <a:t>move (</a:t>
            </a:r>
            <a:r>
              <a:rPr lang="en-US" altLang="en-US" sz="2400" i="1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switch) 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arriving </a:t>
            </a:r>
            <a:r>
              <a:rPr lang="en-US" altLang="en-US" sz="2400" dirty="0">
                <a:ea typeface="ＭＳ Ｐゴシック" panose="020B0600070205080204" pitchFamily="34" charset="-128"/>
              </a:rPr>
              <a:t>packets from router’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input link to appropriate router output </a:t>
            </a:r>
            <a:r>
              <a:rPr lang="en-US" altLang="ja-JP" sz="2400" dirty="0" smtClean="0">
                <a:ea typeface="ＭＳ Ｐゴシック" panose="020B0600070205080204" pitchFamily="34" charset="-128"/>
              </a:rPr>
              <a:t>link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4AE8E60-10FA-844B-BD5E-0345F648B720}"/>
              </a:ext>
            </a:extLst>
          </p:cNvPr>
          <p:cNvGrpSpPr/>
          <p:nvPr/>
        </p:nvGrpSpPr>
        <p:grpSpPr>
          <a:xfrm>
            <a:off x="3754624" y="2478172"/>
            <a:ext cx="2017520" cy="338554"/>
            <a:chOff x="6181202" y="4326532"/>
            <a:chExt cx="2017520" cy="338554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3F05E7B2-15F6-4A4E-84F8-2F0C7DBC381C}"/>
                </a:ext>
              </a:extLst>
            </p:cNvPr>
            <p:cNvSpPr/>
            <p:nvPr/>
          </p:nvSpPr>
          <p:spPr>
            <a:xfrm>
              <a:off x="6192122" y="4338108"/>
              <a:ext cx="2006600" cy="295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" name="Text Box 110">
              <a:extLst>
                <a:ext uri="{FF2B5EF4-FFF2-40B4-BE49-F238E27FC236}">
                  <a16:creationId xmlns:a16="http://schemas.microsoft.com/office/drawing/2014/main" id="{269466F0-DCF5-FF48-986E-8EB8C52CE7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1202" y="4326532"/>
              <a:ext cx="200567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Calibri" panose="020F0502020204030204" pitchFamily="34" charset="0"/>
                </a:rPr>
                <a:t>local forwarding table</a:t>
              </a: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A5553ADE-8F22-E143-9FEE-D8406830AC5F}"/>
              </a:ext>
            </a:extLst>
          </p:cNvPr>
          <p:cNvGrpSpPr/>
          <p:nvPr/>
        </p:nvGrpSpPr>
        <p:grpSpPr>
          <a:xfrm>
            <a:off x="5708803" y="3717540"/>
            <a:ext cx="2183401" cy="2394971"/>
            <a:chOff x="5698975" y="3819688"/>
            <a:chExt cx="2183401" cy="2394971"/>
          </a:xfrm>
        </p:grpSpPr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F75045C-CAEF-BE41-B0E7-8DCF29B7EFBD}"/>
                </a:ext>
              </a:extLst>
            </p:cNvPr>
            <p:cNvSpPr/>
            <p:nvPr/>
          </p:nvSpPr>
          <p:spPr>
            <a:xfrm>
              <a:off x="7050700" y="6168940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1FB5981E-1E94-C34D-A30F-382C97EBC919}"/>
                </a:ext>
              </a:extLst>
            </p:cNvPr>
            <p:cNvSpPr/>
            <p:nvPr/>
          </p:nvSpPr>
          <p:spPr>
            <a:xfrm>
              <a:off x="6359921" y="596876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C2E83222-FB14-4F4B-AFE1-FC39D5330E7D}"/>
                </a:ext>
              </a:extLst>
            </p:cNvPr>
            <p:cNvSpPr/>
            <p:nvPr/>
          </p:nvSpPr>
          <p:spPr>
            <a:xfrm>
              <a:off x="5698975" y="6141541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DC19385-8E61-AD46-95C9-DDCD5449A73D}"/>
                </a:ext>
              </a:extLst>
            </p:cNvPr>
            <p:cNvSpPr/>
            <p:nvPr/>
          </p:nvSpPr>
          <p:spPr>
            <a:xfrm>
              <a:off x="7405975" y="4146032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D366EE5-B582-514F-954C-D5D4F7048A25}"/>
                </a:ext>
              </a:extLst>
            </p:cNvPr>
            <p:cNvSpPr/>
            <p:nvPr/>
          </p:nvSpPr>
          <p:spPr>
            <a:xfrm>
              <a:off x="6407517" y="3819688"/>
              <a:ext cx="47640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91" name="Content Placeholder 4">
            <a:extLst>
              <a:ext uri="{FF2B5EF4-FFF2-40B4-BE49-F238E27FC236}">
                <a16:creationId xmlns:a16="http://schemas.microsoft.com/office/drawing/2014/main" id="{7657B180-3511-BD43-A1D3-883B21FB89BF}"/>
              </a:ext>
            </a:extLst>
          </p:cNvPr>
          <p:cNvSpPr txBox="1">
            <a:spLocks/>
          </p:cNvSpPr>
          <p:nvPr/>
        </p:nvSpPr>
        <p:spPr>
          <a:xfrm>
            <a:off x="8405189" y="1538005"/>
            <a:ext cx="3555414" cy="23834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113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0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1. Routing</a:t>
            </a:r>
            <a:r>
              <a:rPr kumimoji="0" lang="en-US" altLang="en-US" sz="30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</a:p>
          <a:p>
            <a:pPr marL="228600" indent="-228600">
              <a:buClr>
                <a:schemeClr val="accent5">
                  <a:lumMod val="75000"/>
                </a:schemeClr>
              </a:buClr>
              <a:defRPr/>
            </a:pPr>
            <a:r>
              <a:rPr lang="en-US" altLang="en-US" sz="2600" dirty="0">
                <a:ea typeface="ＭＳ Ｐゴシック" panose="020B0600070205080204" pitchFamily="34" charset="-128"/>
              </a:rPr>
              <a:t>determine source-destination paths taken by packets</a:t>
            </a:r>
          </a:p>
          <a:p>
            <a:pPr marL="228600" indent="-228600">
              <a:buClr>
                <a:schemeClr val="accent5">
                  <a:lumMod val="75000"/>
                </a:schemeClr>
              </a:buClr>
              <a:defRPr/>
            </a:pPr>
            <a:r>
              <a:rPr lang="en-US" altLang="en-US" sz="2600" dirty="0">
                <a:ea typeface="ＭＳ Ｐゴシック" panose="020B0600070205080204" pitchFamily="34" charset="-128"/>
              </a:rPr>
              <a:t>routing </a:t>
            </a:r>
            <a:r>
              <a:rPr lang="en-US" altLang="en-US" sz="2600" dirty="0" smtClean="0">
                <a:ea typeface="ＭＳ Ｐゴシック" panose="020B0600070205080204" pitchFamily="34" charset="-128"/>
              </a:rPr>
              <a:t>algorithms</a:t>
            </a:r>
          </a:p>
          <a:p>
            <a:pPr marL="228600" indent="-228600">
              <a:buClr>
                <a:schemeClr val="accent5">
                  <a:lumMod val="75000"/>
                </a:schemeClr>
              </a:buClr>
              <a:defRPr/>
            </a:pPr>
            <a:r>
              <a:rPr lang="en-US" altLang="ja-JP" sz="2600" dirty="0">
                <a:ea typeface="ＭＳ Ｐゴシック" panose="020B0600070205080204" pitchFamily="34" charset="-128"/>
              </a:rPr>
              <a:t>different packet may take different routes</a:t>
            </a:r>
          </a:p>
          <a:p>
            <a:pPr marL="228600" indent="-228600">
              <a:buClr>
                <a:schemeClr val="accent5">
                  <a:lumMod val="75000"/>
                </a:schemeClr>
              </a:buClr>
              <a:defRPr/>
            </a:pPr>
            <a:endParaRPr lang="en-US" altLang="en-US" sz="2600" dirty="0">
              <a:ea typeface="ＭＳ Ｐゴシック" panose="020B0600070205080204" pitchFamily="34" charset="-128"/>
            </a:endParaRPr>
          </a:p>
        </p:txBody>
      </p:sp>
      <p:sp>
        <p:nvSpPr>
          <p:cNvPr id="192" name="Freeform 120">
            <a:extLst>
              <a:ext uri="{FF2B5EF4-FFF2-40B4-BE49-F238E27FC236}">
                <a16:creationId xmlns:a16="http://schemas.microsoft.com/office/drawing/2014/main" id="{A85ABB82-D166-5E4F-B1B2-977AB9ED35FA}"/>
              </a:ext>
            </a:extLst>
          </p:cNvPr>
          <p:cNvSpPr>
            <a:spLocks/>
          </p:cNvSpPr>
          <p:nvPr/>
        </p:nvSpPr>
        <p:spPr bwMode="auto">
          <a:xfrm>
            <a:off x="4879172" y="4722178"/>
            <a:ext cx="1041867" cy="336451"/>
          </a:xfrm>
          <a:custGeom>
            <a:avLst/>
            <a:gdLst>
              <a:gd name="T0" fmla="*/ 0 w 10844"/>
              <a:gd name="T1" fmla="*/ 2147483647 h 14797"/>
              <a:gd name="T2" fmla="*/ 2147483647 w 10844"/>
              <a:gd name="T3" fmla="*/ 2147483647 h 14797"/>
              <a:gd name="T4" fmla="*/ 2147483647 w 10844"/>
              <a:gd name="T5" fmla="*/ 2147483647 h 14797"/>
              <a:gd name="T6" fmla="*/ 0 60000 65536"/>
              <a:gd name="T7" fmla="*/ 0 60000 65536"/>
              <a:gd name="T8" fmla="*/ 0 60000 65536"/>
              <a:gd name="T9" fmla="*/ 0 w 10844"/>
              <a:gd name="T10" fmla="*/ 0 h 14797"/>
              <a:gd name="T11" fmla="*/ 10844 w 10844"/>
              <a:gd name="T12" fmla="*/ 14797 h 147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44" h="14797">
                <a:moveTo>
                  <a:pt x="0" y="14797"/>
                </a:moveTo>
                <a:cubicBezTo>
                  <a:pt x="2168" y="9517"/>
                  <a:pt x="5654" y="-1331"/>
                  <a:pt x="7042" y="135"/>
                </a:cubicBezTo>
                <a:cubicBezTo>
                  <a:pt x="8563" y="1950"/>
                  <a:pt x="9984" y="6698"/>
                  <a:pt x="10844" y="9978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F77D4F4E-82DC-B747-BFB8-E0F63F6EECB6}"/>
              </a:ext>
            </a:extLst>
          </p:cNvPr>
          <p:cNvGrpSpPr/>
          <p:nvPr/>
        </p:nvGrpSpPr>
        <p:grpSpPr>
          <a:xfrm>
            <a:off x="3699025" y="1657047"/>
            <a:ext cx="2095500" cy="604837"/>
            <a:chOff x="3839579" y="1912090"/>
            <a:chExt cx="2095500" cy="604837"/>
          </a:xfrm>
        </p:grpSpPr>
        <p:sp>
          <p:nvSpPr>
            <p:cNvPr id="194" name="Oval 5">
              <a:extLst>
                <a:ext uri="{FF2B5EF4-FFF2-40B4-BE49-F238E27FC236}">
                  <a16:creationId xmlns:a16="http://schemas.microsoft.com/office/drawing/2014/main" id="{6AA9AC6C-CC8B-064C-85B5-59909EAFB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9579" y="1912090"/>
              <a:ext cx="2095500" cy="60483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195" name="Text Box 108">
              <a:extLst>
                <a:ext uri="{FF2B5EF4-FFF2-40B4-BE49-F238E27FC236}">
                  <a16:creationId xmlns:a16="http://schemas.microsoft.com/office/drawing/2014/main" id="{DE2FECE5-EA6F-3043-93EE-B61DA63B9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4815" y="2018581"/>
              <a:ext cx="18637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routing algorithm</a:t>
              </a:r>
            </a:p>
          </p:txBody>
        </p:sp>
      </p:grpSp>
      <p:sp>
        <p:nvSpPr>
          <p:cNvPr id="196" name="Freeform 195">
            <a:extLst>
              <a:ext uri="{FF2B5EF4-FFF2-40B4-BE49-F238E27FC236}">
                <a16:creationId xmlns:a16="http://schemas.microsoft.com/office/drawing/2014/main" id="{A5C87FD2-E0CC-8D44-AEED-45C86DD2F1BA}"/>
              </a:ext>
            </a:extLst>
          </p:cNvPr>
          <p:cNvSpPr/>
          <p:nvPr/>
        </p:nvSpPr>
        <p:spPr>
          <a:xfrm>
            <a:off x="5758013" y="4673054"/>
            <a:ext cx="2423480" cy="399173"/>
          </a:xfrm>
          <a:custGeom>
            <a:avLst/>
            <a:gdLst>
              <a:gd name="connsiteX0" fmla="*/ 0 w 2417086"/>
              <a:gd name="connsiteY0" fmla="*/ 136686 h 393747"/>
              <a:gd name="connsiteX1" fmla="*/ 613863 w 2417086"/>
              <a:gd name="connsiteY1" fmla="*/ 392462 h 393747"/>
              <a:gd name="connsiteX2" fmla="*/ 1579419 w 2417086"/>
              <a:gd name="connsiteY2" fmla="*/ 40770 h 393747"/>
              <a:gd name="connsiteX3" fmla="*/ 2417086 w 2417086"/>
              <a:gd name="connsiteY3" fmla="*/ 21586 h 393747"/>
              <a:gd name="connsiteX0" fmla="*/ 0 w 2423480"/>
              <a:gd name="connsiteY0" fmla="*/ 153322 h 410383"/>
              <a:gd name="connsiteX1" fmla="*/ 613863 w 2423480"/>
              <a:gd name="connsiteY1" fmla="*/ 409098 h 410383"/>
              <a:gd name="connsiteX2" fmla="*/ 1579419 w 2423480"/>
              <a:gd name="connsiteY2" fmla="*/ 57406 h 410383"/>
              <a:gd name="connsiteX3" fmla="*/ 2423480 w 2423480"/>
              <a:gd name="connsiteY3" fmla="*/ 12644 h 410383"/>
              <a:gd name="connsiteX0" fmla="*/ 0 w 2423480"/>
              <a:gd name="connsiteY0" fmla="*/ 142112 h 399173"/>
              <a:gd name="connsiteX1" fmla="*/ 613863 w 2423480"/>
              <a:gd name="connsiteY1" fmla="*/ 397888 h 399173"/>
              <a:gd name="connsiteX2" fmla="*/ 1579419 w 2423480"/>
              <a:gd name="connsiteY2" fmla="*/ 46196 h 399173"/>
              <a:gd name="connsiteX3" fmla="*/ 2423480 w 2423480"/>
              <a:gd name="connsiteY3" fmla="*/ 1434 h 399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3480" h="399173">
                <a:moveTo>
                  <a:pt x="0" y="142112"/>
                </a:moveTo>
                <a:cubicBezTo>
                  <a:pt x="175313" y="277993"/>
                  <a:pt x="350627" y="413874"/>
                  <a:pt x="613863" y="397888"/>
                </a:cubicBezTo>
                <a:cubicBezTo>
                  <a:pt x="877099" y="381902"/>
                  <a:pt x="1277816" y="112272"/>
                  <a:pt x="1579419" y="46196"/>
                </a:cubicBezTo>
                <a:cubicBezTo>
                  <a:pt x="1881022" y="-19880"/>
                  <a:pt x="2065394" y="5697"/>
                  <a:pt x="2423480" y="1434"/>
                </a:cubicBezTo>
              </a:path>
            </a:pathLst>
          </a:custGeom>
          <a:noFill/>
          <a:ln w="44450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BB15F40-80D2-084B-8214-2C34569B8E3D}"/>
              </a:ext>
            </a:extLst>
          </p:cNvPr>
          <p:cNvGrpSpPr/>
          <p:nvPr/>
        </p:nvGrpSpPr>
        <p:grpSpPr>
          <a:xfrm>
            <a:off x="5689099" y="3540787"/>
            <a:ext cx="2210121" cy="2467075"/>
            <a:chOff x="5679271" y="3642935"/>
            <a:chExt cx="2210121" cy="2467075"/>
          </a:xfrm>
        </p:grpSpPr>
        <p:sp>
          <p:nvSpPr>
            <p:cNvPr id="206" name="Oval 144">
              <a:extLst>
                <a:ext uri="{FF2B5EF4-FFF2-40B4-BE49-F238E27FC236}">
                  <a16:creationId xmlns:a16="http://schemas.microsoft.com/office/drawing/2014/main" id="{83705B84-BD01-4145-9543-E1CD14378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4350" y="5992553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07" name="Oval 144">
              <a:extLst>
                <a:ext uri="{FF2B5EF4-FFF2-40B4-BE49-F238E27FC236}">
                  <a16:creationId xmlns:a16="http://schemas.microsoft.com/office/drawing/2014/main" id="{EF6A0460-1F3E-174E-A84A-6B0DF9450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4311" y="5792457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08" name="Oval 144">
              <a:extLst>
                <a:ext uri="{FF2B5EF4-FFF2-40B4-BE49-F238E27FC236}">
                  <a16:creationId xmlns:a16="http://schemas.microsoft.com/office/drawing/2014/main" id="{2ED11F2F-83D8-E442-802E-C3B091306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9271" y="5968768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09" name="Oval 144">
              <a:extLst>
                <a:ext uri="{FF2B5EF4-FFF2-40B4-BE49-F238E27FC236}">
                  <a16:creationId xmlns:a16="http://schemas.microsoft.com/office/drawing/2014/main" id="{944FD1E4-A18B-A34F-A81F-A72A7E921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0760" y="3969843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0" name="Oval 144">
              <a:extLst>
                <a:ext uri="{FF2B5EF4-FFF2-40B4-BE49-F238E27FC236}">
                  <a16:creationId xmlns:a16="http://schemas.microsoft.com/office/drawing/2014/main" id="{C6042A49-3FA0-7E41-8444-677C9989C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5551" y="3642935"/>
              <a:ext cx="498632" cy="11745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169" name="Line 99">
            <a:extLst>
              <a:ext uri="{FF2B5EF4-FFF2-40B4-BE49-F238E27FC236}">
                <a16:creationId xmlns:a16="http://schemas.microsoft.com/office/drawing/2014/main" id="{3B4DCCB4-358C-2945-BD39-D90CF9D09C7A}"/>
              </a:ext>
            </a:extLst>
          </p:cNvPr>
          <p:cNvSpPr>
            <a:spLocks noChangeShapeType="1"/>
          </p:cNvSpPr>
          <p:nvPr/>
        </p:nvSpPr>
        <p:spPr bwMode="auto">
          <a:xfrm rot="19587632">
            <a:off x="3890024" y="5175290"/>
            <a:ext cx="422295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 type="triangle" w="med" len="med"/>
          </a:ln>
          <a:scene3d>
            <a:camera prst="orthographicFront">
              <a:rot lat="0" lon="0" rev="16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095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uiExpand="1" build="p"/>
      <p:bldP spid="191" grpId="0"/>
      <p:bldP spid="192" grpId="0" animBg="1"/>
      <p:bldP spid="19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336191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ja-JP" sz="4000" dirty="0"/>
              <a:t>Packet-switching: store-and-forward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246" y="3960083"/>
            <a:ext cx="7063421" cy="1805286"/>
          </a:xfrm>
        </p:spPr>
        <p:txBody>
          <a:bodyPr>
            <a:noAutofit/>
          </a:bodyPr>
          <a:lstStyle/>
          <a:p>
            <a:pPr marL="287338" indent="-287338"/>
            <a:r>
              <a:rPr lang="en-US" altLang="en-US" sz="26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store and forward:</a:t>
            </a:r>
            <a:r>
              <a:rPr lang="en-US" altLang="en-US" sz="26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entire</a:t>
            </a:r>
            <a:r>
              <a:rPr lang="en-US" altLang="en-US" sz="2600" dirty="0">
                <a:ea typeface="ＭＳ Ｐゴシック" panose="020B0600070205080204" pitchFamily="34" charset="-128"/>
              </a:rPr>
              <a:t> packet must  arrive at router before it can be transmitted on next </a:t>
            </a:r>
            <a:r>
              <a:rPr lang="en-US" altLang="en-US" sz="2600" dirty="0" smtClean="0">
                <a:ea typeface="ＭＳ Ｐゴシック" panose="020B0600070205080204" pitchFamily="34" charset="-128"/>
              </a:rPr>
              <a:t>link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marL="287338" indent="-287338"/>
            <a:r>
              <a:rPr lang="en-US" altLang="en-US" sz="2600" dirty="0" smtClean="0">
                <a:solidFill>
                  <a:srgbClr val="C00000"/>
                </a:solidFill>
                <a:ea typeface="ＭＳ Ｐゴシック" panose="020B0600070205080204" pitchFamily="34" charset="-128"/>
              </a:rPr>
              <a:t>packet </a:t>
            </a:r>
            <a:r>
              <a:rPr lang="en-US" altLang="en-US" sz="26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transmission delay: </a:t>
            </a:r>
            <a:r>
              <a:rPr lang="en-US" altLang="en-US" sz="2600" dirty="0">
                <a:ea typeface="ＭＳ Ｐゴシック" panose="020B0600070205080204" pitchFamily="34" charset="-128"/>
              </a:rPr>
              <a:t>takes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L</a:t>
            </a:r>
            <a:r>
              <a:rPr lang="en-US" altLang="en-US" sz="2600" dirty="0">
                <a:ea typeface="ＭＳ Ｐゴシック" panose="020B0600070205080204" pitchFamily="34" charset="-128"/>
              </a:rPr>
              <a:t>/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600" dirty="0">
                <a:ea typeface="ＭＳ Ｐゴシック" panose="020B0600070205080204" pitchFamily="34" charset="-128"/>
              </a:rPr>
              <a:t> seconds to transmit (push out)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L</a:t>
            </a:r>
            <a:r>
              <a:rPr lang="en-US" altLang="en-US" sz="2600" dirty="0">
                <a:ea typeface="ＭＳ Ｐゴシック" panose="020B0600070205080204" pitchFamily="34" charset="-128"/>
              </a:rPr>
              <a:t>-bit packet into link at </a:t>
            </a:r>
            <a:r>
              <a:rPr lang="en-US" altLang="en-US" sz="26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600" dirty="0">
                <a:ea typeface="ＭＳ Ｐゴシック" panose="020B0600070205080204" pitchFamily="34" charset="-128"/>
              </a:rPr>
              <a:t> bps</a:t>
            </a:r>
          </a:p>
          <a:p>
            <a:pPr marL="174625" indent="0">
              <a:spcBef>
                <a:spcPts val="400"/>
              </a:spcBef>
              <a:buSzPct val="75000"/>
              <a:buNone/>
            </a:pPr>
            <a:endParaRPr lang="en-US" altLang="en-US" dirty="0"/>
          </a:p>
          <a:p>
            <a:pPr>
              <a:spcBef>
                <a:spcPts val="400"/>
              </a:spcBef>
            </a:pPr>
            <a:endParaRPr lang="en-US" dirty="0"/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1B79CF7E-9448-5544-BA0A-8BCEB44B02B9}"/>
              </a:ext>
            </a:extLst>
          </p:cNvPr>
          <p:cNvSpPr txBox="1"/>
          <p:nvPr/>
        </p:nvSpPr>
        <p:spPr>
          <a:xfrm>
            <a:off x="2329483" y="2650664"/>
            <a:ext cx="8819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</a:t>
            </a:r>
          </a:p>
        </p:txBody>
      </p:sp>
      <p:grpSp>
        <p:nvGrpSpPr>
          <p:cNvPr id="445" name="Group 41">
            <a:extLst>
              <a:ext uri="{FF2B5EF4-FFF2-40B4-BE49-F238E27FC236}">
                <a16:creationId xmlns:a16="http://schemas.microsoft.com/office/drawing/2014/main" id="{D75B9901-C554-3A40-8E3F-BFD972AB9094}"/>
              </a:ext>
            </a:extLst>
          </p:cNvPr>
          <p:cNvGrpSpPr>
            <a:grpSpLocks/>
          </p:cNvGrpSpPr>
          <p:nvPr/>
        </p:nvGrpSpPr>
        <p:grpSpPr bwMode="auto">
          <a:xfrm>
            <a:off x="3152334" y="2709744"/>
            <a:ext cx="1074738" cy="450508"/>
            <a:chOff x="1816230" y="6118900"/>
            <a:chExt cx="1843339" cy="739100"/>
          </a:xfrm>
        </p:grpSpPr>
        <p:pic>
          <p:nvPicPr>
            <p:cNvPr id="446" name="Picture 8">
              <a:extLst>
                <a:ext uri="{FF2B5EF4-FFF2-40B4-BE49-F238E27FC236}">
                  <a16:creationId xmlns:a16="http://schemas.microsoft.com/office/drawing/2014/main" id="{075B6782-DAD3-5940-9C66-4FAAECFA13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02711796-4BEC-494E-B327-181C4E9262BA}"/>
                </a:ext>
              </a:extLst>
            </p:cNvPr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ＭＳ Ｐゴシック" charset="0"/>
              </a:endParaRPr>
            </a:p>
          </p:txBody>
        </p:sp>
      </p:grpSp>
      <p:cxnSp>
        <p:nvCxnSpPr>
          <p:cNvPr id="571" name="Straight Connector 42">
            <a:extLst>
              <a:ext uri="{FF2B5EF4-FFF2-40B4-BE49-F238E27FC236}">
                <a16:creationId xmlns:a16="http://schemas.microsoft.com/office/drawing/2014/main" id="{6D359C0C-C85E-774D-B144-5FE0932788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115946" y="2845927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72" name="Group 43">
            <a:extLst>
              <a:ext uri="{FF2B5EF4-FFF2-40B4-BE49-F238E27FC236}">
                <a16:creationId xmlns:a16="http://schemas.microsoft.com/office/drawing/2014/main" id="{4A6CEE30-BDD0-7946-9B0F-803AE1C976BE}"/>
              </a:ext>
            </a:extLst>
          </p:cNvPr>
          <p:cNvGrpSpPr>
            <a:grpSpLocks/>
          </p:cNvGrpSpPr>
          <p:nvPr/>
        </p:nvGrpSpPr>
        <p:grpSpPr bwMode="auto">
          <a:xfrm>
            <a:off x="5462146" y="2658602"/>
            <a:ext cx="1058862" cy="384175"/>
            <a:chOff x="5142253" y="5649029"/>
            <a:chExt cx="1304545" cy="695633"/>
          </a:xfrm>
        </p:grpSpPr>
        <p:grpSp>
          <p:nvGrpSpPr>
            <p:cNvPr id="575" name="Group 92">
              <a:extLst>
                <a:ext uri="{FF2B5EF4-FFF2-40B4-BE49-F238E27FC236}">
                  <a16:creationId xmlns:a16="http://schemas.microsoft.com/office/drawing/2014/main" id="{56AFEAE4-C1CE-3F40-AC66-240FF7FDB7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610" name="Picture 95">
                <a:extLst>
                  <a:ext uri="{FF2B5EF4-FFF2-40B4-BE49-F238E27FC236}">
                    <a16:creationId xmlns:a16="http://schemas.microsoft.com/office/drawing/2014/main" id="{CEDF4319-A88D-A940-804B-AC346DEE1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2" name="Rectangle 96">
                <a:extLst>
                  <a:ext uri="{FF2B5EF4-FFF2-40B4-BE49-F238E27FC236}">
                    <a16:creationId xmlns:a16="http://schemas.microsoft.com/office/drawing/2014/main" id="{17D711C1-F78A-184C-A078-3172E5CB6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3" name="Rectangle 97">
                <a:extLst>
                  <a:ext uri="{FF2B5EF4-FFF2-40B4-BE49-F238E27FC236}">
                    <a16:creationId xmlns:a16="http://schemas.microsoft.com/office/drawing/2014/main" id="{1402FE3D-A97D-524F-8333-BD24578CB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14" name="Oval 98">
                <a:extLst>
                  <a:ext uri="{FF2B5EF4-FFF2-40B4-BE49-F238E27FC236}">
                    <a16:creationId xmlns:a16="http://schemas.microsoft.com/office/drawing/2014/main" id="{2F4C992E-03ED-7948-B43B-45D80D717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6" name="Rectangle 93">
              <a:extLst>
                <a:ext uri="{FF2B5EF4-FFF2-40B4-BE49-F238E27FC236}">
                  <a16:creationId xmlns:a16="http://schemas.microsoft.com/office/drawing/2014/main" id="{3B805206-0A18-7443-AE9C-D5984F31A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Rectangle 94">
              <a:extLst>
                <a:ext uri="{FF2B5EF4-FFF2-40B4-BE49-F238E27FC236}">
                  <a16:creationId xmlns:a16="http://schemas.microsoft.com/office/drawing/2014/main" id="{6EF03B21-1655-B64C-A29C-130E0C70C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31" name="Group 44">
            <a:extLst>
              <a:ext uri="{FF2B5EF4-FFF2-40B4-BE49-F238E27FC236}">
                <a16:creationId xmlns:a16="http://schemas.microsoft.com/office/drawing/2014/main" id="{7C2ADEA2-72C5-7D49-88A5-BE85AF82D508}"/>
              </a:ext>
            </a:extLst>
          </p:cNvPr>
          <p:cNvGrpSpPr>
            <a:grpSpLocks/>
          </p:cNvGrpSpPr>
          <p:nvPr/>
        </p:nvGrpSpPr>
        <p:grpSpPr bwMode="auto">
          <a:xfrm>
            <a:off x="5416108" y="1579102"/>
            <a:ext cx="1092200" cy="303212"/>
            <a:chOff x="5128542" y="4838701"/>
            <a:chExt cx="1300833" cy="530211"/>
          </a:xfrm>
        </p:grpSpPr>
        <p:pic>
          <p:nvPicPr>
            <p:cNvPr id="632" name="Picture 2">
              <a:extLst>
                <a:ext uri="{FF2B5EF4-FFF2-40B4-BE49-F238E27FC236}">
                  <a16:creationId xmlns:a16="http://schemas.microsoft.com/office/drawing/2014/main" id="{E72DF6A2-4516-224F-8D11-E4AF1D626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3" name="Rectangle 90">
              <a:extLst>
                <a:ext uri="{FF2B5EF4-FFF2-40B4-BE49-F238E27FC236}">
                  <a16:creationId xmlns:a16="http://schemas.microsoft.com/office/drawing/2014/main" id="{3E0650D2-915C-4141-86AF-D3B267B41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4" name="Rectangle 91">
              <a:extLst>
                <a:ext uri="{FF2B5EF4-FFF2-40B4-BE49-F238E27FC236}">
                  <a16:creationId xmlns:a16="http://schemas.microsoft.com/office/drawing/2014/main" id="{B3CD2B87-5709-5A4D-BBAA-A7822A6AA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35" name="Group 45">
            <a:extLst>
              <a:ext uri="{FF2B5EF4-FFF2-40B4-BE49-F238E27FC236}">
                <a16:creationId xmlns:a16="http://schemas.microsoft.com/office/drawing/2014/main" id="{B0C3E47A-9752-C14E-96E9-78DBC0436237}"/>
              </a:ext>
            </a:extLst>
          </p:cNvPr>
          <p:cNvGrpSpPr>
            <a:grpSpLocks/>
          </p:cNvGrpSpPr>
          <p:nvPr/>
        </p:nvGrpSpPr>
        <p:grpSpPr bwMode="auto">
          <a:xfrm>
            <a:off x="3333308" y="1241761"/>
            <a:ext cx="1092200" cy="656427"/>
            <a:chOff x="2387973" y="4309243"/>
            <a:chExt cx="1771787" cy="1282262"/>
          </a:xfrm>
        </p:grpSpPr>
        <p:pic>
          <p:nvPicPr>
            <p:cNvPr id="636" name="Picture 9">
              <a:extLst>
                <a:ext uri="{FF2B5EF4-FFF2-40B4-BE49-F238E27FC236}">
                  <a16:creationId xmlns:a16="http://schemas.microsoft.com/office/drawing/2014/main" id="{302CBE9C-7997-784F-91BA-C204727BA4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4002DC24-F0AD-4E40-A082-62B143F95C31}"/>
                </a:ext>
              </a:extLst>
            </p:cNvPr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charset="0"/>
                <a:ea typeface="ＭＳ Ｐゴシック" charset="0"/>
              </a:endParaRPr>
            </a:p>
          </p:txBody>
        </p:sp>
      </p:grpSp>
      <p:sp>
        <p:nvSpPr>
          <p:cNvPr id="638" name="TextBox 637">
            <a:extLst>
              <a:ext uri="{FF2B5EF4-FFF2-40B4-BE49-F238E27FC236}">
                <a16:creationId xmlns:a16="http://schemas.microsoft.com/office/drawing/2014/main" id="{AF85F6AD-7423-A74F-BD1A-46B55A2B1C21}"/>
              </a:ext>
            </a:extLst>
          </p:cNvPr>
          <p:cNvSpPr txBox="1"/>
          <p:nvPr/>
        </p:nvSpPr>
        <p:spPr>
          <a:xfrm>
            <a:off x="4474721" y="2879264"/>
            <a:ext cx="7521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bps</a:t>
            </a:r>
          </a:p>
        </p:txBody>
      </p:sp>
      <p:cxnSp>
        <p:nvCxnSpPr>
          <p:cNvPr id="639" name="Straight Connector 47">
            <a:extLst>
              <a:ext uri="{FF2B5EF4-FFF2-40B4-BE49-F238E27FC236}">
                <a16:creationId xmlns:a16="http://schemas.microsoft.com/office/drawing/2014/main" id="{28502E62-6C0C-4746-A594-30C5C1D864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06721" y="2850689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41" name="Group 100">
            <a:extLst>
              <a:ext uri="{FF2B5EF4-FFF2-40B4-BE49-F238E27FC236}">
                <a16:creationId xmlns:a16="http://schemas.microsoft.com/office/drawing/2014/main" id="{3292F663-26EC-ED4F-BCEF-CD558D1BAFCB}"/>
              </a:ext>
            </a:extLst>
          </p:cNvPr>
          <p:cNvGrpSpPr>
            <a:grpSpLocks/>
          </p:cNvGrpSpPr>
          <p:nvPr/>
        </p:nvGrpSpPr>
        <p:grpSpPr bwMode="auto">
          <a:xfrm>
            <a:off x="7484621" y="2042652"/>
            <a:ext cx="1477962" cy="1284287"/>
            <a:chOff x="-44" y="1473"/>
            <a:chExt cx="981" cy="1105"/>
          </a:xfrm>
        </p:grpSpPr>
        <p:pic>
          <p:nvPicPr>
            <p:cNvPr id="642" name="Picture 101" descr="desktop_computer_stylized_medium">
              <a:extLst>
                <a:ext uri="{FF2B5EF4-FFF2-40B4-BE49-F238E27FC236}">
                  <a16:creationId xmlns:a16="http://schemas.microsoft.com/office/drawing/2014/main" id="{87AF4848-891E-F04B-B187-AD33D9D8FB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3" name="Freeform 102">
              <a:extLst>
                <a:ext uri="{FF2B5EF4-FFF2-40B4-BE49-F238E27FC236}">
                  <a16:creationId xmlns:a16="http://schemas.microsoft.com/office/drawing/2014/main" id="{F0C5CEDF-AF9D-8E40-AB03-374EC6EBEDF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44" name="TextBox 643">
            <a:extLst>
              <a:ext uri="{FF2B5EF4-FFF2-40B4-BE49-F238E27FC236}">
                <a16:creationId xmlns:a16="http://schemas.microsoft.com/office/drawing/2014/main" id="{EA272014-13A0-D54C-9A64-D4DFADFF846A}"/>
              </a:ext>
            </a:extLst>
          </p:cNvPr>
          <p:cNvSpPr txBox="1"/>
          <p:nvPr/>
        </p:nvSpPr>
        <p:spPr>
          <a:xfrm>
            <a:off x="8967346" y="2656489"/>
            <a:ext cx="13676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destination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5" name="TextBox 52">
            <a:extLst>
              <a:ext uri="{FF2B5EF4-FFF2-40B4-BE49-F238E27FC236}">
                <a16:creationId xmlns:a16="http://schemas.microsoft.com/office/drawing/2014/main" id="{E422D171-4947-C94A-BE0E-147703EE2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4971" y="2545889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1</a:t>
            </a:r>
          </a:p>
        </p:txBody>
      </p:sp>
      <p:sp>
        <p:nvSpPr>
          <p:cNvPr id="646" name="TextBox 53">
            <a:extLst>
              <a:ext uri="{FF2B5EF4-FFF2-40B4-BE49-F238E27FC236}">
                <a16:creationId xmlns:a16="http://schemas.microsoft.com/office/drawing/2014/main" id="{D37BB4E5-D54C-B346-AEBA-6A176B85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121" y="2552239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2</a:t>
            </a:r>
          </a:p>
        </p:txBody>
      </p:sp>
      <p:sp>
        <p:nvSpPr>
          <p:cNvPr id="647" name="TextBox 54">
            <a:extLst>
              <a:ext uri="{FF2B5EF4-FFF2-40B4-BE49-F238E27FC236}">
                <a16:creationId xmlns:a16="http://schemas.microsoft.com/office/drawing/2014/main" id="{E3E1F346-ABA7-6940-997A-8CCE658AC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0796" y="2549064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t>3</a:t>
            </a:r>
          </a:p>
        </p:txBody>
      </p:sp>
      <p:grpSp>
        <p:nvGrpSpPr>
          <p:cNvPr id="648" name="Group 55">
            <a:extLst>
              <a:ext uri="{FF2B5EF4-FFF2-40B4-BE49-F238E27FC236}">
                <a16:creationId xmlns:a16="http://schemas.microsoft.com/office/drawing/2014/main" id="{2E7741F3-2FE7-BA49-B72C-20AD1F1DE51B}"/>
              </a:ext>
            </a:extLst>
          </p:cNvPr>
          <p:cNvGrpSpPr>
            <a:grpSpLocks/>
          </p:cNvGrpSpPr>
          <p:nvPr/>
        </p:nvGrpSpPr>
        <p:grpSpPr bwMode="auto">
          <a:xfrm>
            <a:off x="3284096" y="1844214"/>
            <a:ext cx="2935287" cy="841375"/>
            <a:chOff x="593766" y="5264055"/>
            <a:chExt cx="3597129" cy="1011695"/>
          </a:xfrm>
        </p:grpSpPr>
        <p:grpSp>
          <p:nvGrpSpPr>
            <p:cNvPr id="649" name="Group 56">
              <a:extLst>
                <a:ext uri="{FF2B5EF4-FFF2-40B4-BE49-F238E27FC236}">
                  <a16:creationId xmlns:a16="http://schemas.microsoft.com/office/drawing/2014/main" id="{44B633EE-7AA3-B744-A7A9-478E5F6A6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674" name="Rectangle 77">
                <a:extLst>
                  <a:ext uri="{FF2B5EF4-FFF2-40B4-BE49-F238E27FC236}">
                    <a16:creationId xmlns:a16="http://schemas.microsoft.com/office/drawing/2014/main" id="{4422B562-DF60-A945-828A-2082F790F6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75" name="Freeform 674">
                <a:extLst>
                  <a:ext uri="{FF2B5EF4-FFF2-40B4-BE49-F238E27FC236}">
                    <a16:creationId xmlns:a16="http://schemas.microsoft.com/office/drawing/2014/main" id="{F6D00EDF-29D0-5A40-BF0F-575802DDF3F2}"/>
                  </a:ext>
                </a:extLst>
              </p:cNvPr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6" name="Freeform 675">
                <a:extLst>
                  <a:ext uri="{FF2B5EF4-FFF2-40B4-BE49-F238E27FC236}">
                    <a16:creationId xmlns:a16="http://schemas.microsoft.com/office/drawing/2014/main" id="{9C8ACF1B-C011-104F-BA26-14933C6E952A}"/>
                  </a:ext>
                </a:extLst>
              </p:cNvPr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7" name="Freeform 676">
                <a:extLst>
                  <a:ext uri="{FF2B5EF4-FFF2-40B4-BE49-F238E27FC236}">
                    <a16:creationId xmlns:a16="http://schemas.microsoft.com/office/drawing/2014/main" id="{8EDE706E-408F-E541-8404-8860138BC4FC}"/>
                  </a:ext>
                </a:extLst>
              </p:cNvPr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78" name="Straight Connector 81">
                <a:extLst>
                  <a:ext uri="{FF2B5EF4-FFF2-40B4-BE49-F238E27FC236}">
                    <a16:creationId xmlns:a16="http://schemas.microsoft.com/office/drawing/2014/main" id="{89FBE44D-B292-AB4C-A5AA-BA7902F75FC7}"/>
                  </a:ext>
                </a:extLst>
              </p:cNvPr>
              <p:cNvCxnSpPr>
                <a:cxnSpLocks noChangeShapeType="1"/>
                <a:stCxn id="677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9" name="Straight Connector 82">
                <a:extLst>
                  <a:ext uri="{FF2B5EF4-FFF2-40B4-BE49-F238E27FC236}">
                    <a16:creationId xmlns:a16="http://schemas.microsoft.com/office/drawing/2014/main" id="{8AA99D0F-0CA4-A248-95F8-F4BD9A31B155}"/>
                  </a:ext>
                </a:extLst>
              </p:cNvPr>
              <p:cNvCxnSpPr>
                <a:cxnSpLocks noChangeShapeType="1"/>
                <a:endCxn id="677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0" name="Straight Connector 83">
                <a:extLst>
                  <a:ext uri="{FF2B5EF4-FFF2-40B4-BE49-F238E27FC236}">
                    <a16:creationId xmlns:a16="http://schemas.microsoft.com/office/drawing/2014/main" id="{2218DF9C-65AB-484F-8B42-75408C04D711}"/>
                  </a:ext>
                </a:extLst>
              </p:cNvPr>
              <p:cNvCxnSpPr>
                <a:cxnSpLocks noChangeShapeType="1"/>
                <a:endCxn id="677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1" name="Straight Connector 84">
                <a:extLst>
                  <a:ext uri="{FF2B5EF4-FFF2-40B4-BE49-F238E27FC236}">
                    <a16:creationId xmlns:a16="http://schemas.microsoft.com/office/drawing/2014/main" id="{3F8AAD6A-D940-0F45-855C-045DA5CAEC2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50" name="Group 57">
              <a:extLst>
                <a:ext uri="{FF2B5EF4-FFF2-40B4-BE49-F238E27FC236}">
                  <a16:creationId xmlns:a16="http://schemas.microsoft.com/office/drawing/2014/main" id="{29D54BB0-A3C9-4B4A-B19D-3E60D4DC8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666" name="Freeform 665">
                <a:extLst>
                  <a:ext uri="{FF2B5EF4-FFF2-40B4-BE49-F238E27FC236}">
                    <a16:creationId xmlns:a16="http://schemas.microsoft.com/office/drawing/2014/main" id="{B344A0D7-D463-F54E-BB9B-140C2EB9553B}"/>
                  </a:ext>
                </a:extLst>
              </p:cNvPr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7" name="Freeform 666">
                <a:extLst>
                  <a:ext uri="{FF2B5EF4-FFF2-40B4-BE49-F238E27FC236}">
                    <a16:creationId xmlns:a16="http://schemas.microsoft.com/office/drawing/2014/main" id="{831DF4B3-37F5-B845-8B81-10FE47EDD5D3}"/>
                  </a:ext>
                </a:extLst>
              </p:cNvPr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8" name="Rectangle 71">
                <a:extLst>
                  <a:ext uri="{FF2B5EF4-FFF2-40B4-BE49-F238E27FC236}">
                    <a16:creationId xmlns:a16="http://schemas.microsoft.com/office/drawing/2014/main" id="{3D6B9985-58A7-084E-A3C9-C3A092800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669" name="Freeform 668">
                <a:extLst>
                  <a:ext uri="{FF2B5EF4-FFF2-40B4-BE49-F238E27FC236}">
                    <a16:creationId xmlns:a16="http://schemas.microsoft.com/office/drawing/2014/main" id="{8503FBC4-0C65-9E42-B2E4-D4EDDF503058}"/>
                  </a:ext>
                </a:extLst>
              </p:cNvPr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70" name="Straight Connector 73">
                <a:extLst>
                  <a:ext uri="{FF2B5EF4-FFF2-40B4-BE49-F238E27FC236}">
                    <a16:creationId xmlns:a16="http://schemas.microsoft.com/office/drawing/2014/main" id="{A95C64C2-C9AA-594B-9B23-F0210A0746BF}"/>
                  </a:ext>
                </a:extLst>
              </p:cNvPr>
              <p:cNvCxnSpPr>
                <a:cxnSpLocks noChangeShapeType="1"/>
                <a:stCxn id="669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1" name="Straight Connector 74">
                <a:extLst>
                  <a:ext uri="{FF2B5EF4-FFF2-40B4-BE49-F238E27FC236}">
                    <a16:creationId xmlns:a16="http://schemas.microsoft.com/office/drawing/2014/main" id="{C16C1385-948D-FC4F-8743-4D24D5EC9901}"/>
                  </a:ext>
                </a:extLst>
              </p:cNvPr>
              <p:cNvCxnSpPr>
                <a:cxnSpLocks noChangeShapeType="1"/>
                <a:endCxn id="669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2" name="Straight Connector 75">
                <a:extLst>
                  <a:ext uri="{FF2B5EF4-FFF2-40B4-BE49-F238E27FC236}">
                    <a16:creationId xmlns:a16="http://schemas.microsoft.com/office/drawing/2014/main" id="{005797F3-09C9-704D-BF8B-ED3224D83120}"/>
                  </a:ext>
                </a:extLst>
              </p:cNvPr>
              <p:cNvCxnSpPr>
                <a:cxnSpLocks noChangeShapeType="1"/>
                <a:endCxn id="669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3" name="Straight Connector 76">
                <a:extLst>
                  <a:ext uri="{FF2B5EF4-FFF2-40B4-BE49-F238E27FC236}">
                    <a16:creationId xmlns:a16="http://schemas.microsoft.com/office/drawing/2014/main" id="{5CCCDFF4-0612-8A41-9E29-00C0051D843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51" name="Group 58">
              <a:extLst>
                <a:ext uri="{FF2B5EF4-FFF2-40B4-BE49-F238E27FC236}">
                  <a16:creationId xmlns:a16="http://schemas.microsoft.com/office/drawing/2014/main" id="{2BC7E688-1666-9E48-9D35-8A3B7F6B60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663" name="Freeform 662">
                <a:extLst>
                  <a:ext uri="{FF2B5EF4-FFF2-40B4-BE49-F238E27FC236}">
                    <a16:creationId xmlns:a16="http://schemas.microsoft.com/office/drawing/2014/main" id="{87A34BD8-BCFA-7346-8219-00975B8E1A4E}"/>
                  </a:ext>
                </a:extLst>
              </p:cNvPr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4" name="Freeform 663">
                <a:extLst>
                  <a:ext uri="{FF2B5EF4-FFF2-40B4-BE49-F238E27FC236}">
                    <a16:creationId xmlns:a16="http://schemas.microsoft.com/office/drawing/2014/main" id="{5B686D4B-605F-204E-AF3D-DA46E1A20C49}"/>
                  </a:ext>
                </a:extLst>
              </p:cNvPr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5" name="Rectangle 68">
                <a:extLst>
                  <a:ext uri="{FF2B5EF4-FFF2-40B4-BE49-F238E27FC236}">
                    <a16:creationId xmlns:a16="http://schemas.microsoft.com/office/drawing/2014/main" id="{D50147F5-2DBD-594D-B7F5-9539ABC12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52" name="Rectangle 59">
              <a:extLst>
                <a:ext uri="{FF2B5EF4-FFF2-40B4-BE49-F238E27FC236}">
                  <a16:creationId xmlns:a16="http://schemas.microsoft.com/office/drawing/2014/main" id="{18CC1E0B-4825-0B49-8E20-1A4B35EAB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4" name="Right Arrow 60">
              <a:extLst>
                <a:ext uri="{FF2B5EF4-FFF2-40B4-BE49-F238E27FC236}">
                  <a16:creationId xmlns:a16="http://schemas.microsoft.com/office/drawing/2014/main" id="{C9ADCAE3-D54A-7944-A5C3-75177D484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56" name="Group 61">
              <a:extLst>
                <a:ext uri="{FF2B5EF4-FFF2-40B4-BE49-F238E27FC236}">
                  <a16:creationId xmlns:a16="http://schemas.microsoft.com/office/drawing/2014/main" id="{3B5D61CE-4118-DA4C-82DD-0044DDF65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660" name="Freeform 659">
                <a:extLst>
                  <a:ext uri="{FF2B5EF4-FFF2-40B4-BE49-F238E27FC236}">
                    <a16:creationId xmlns:a16="http://schemas.microsoft.com/office/drawing/2014/main" id="{AF33AD4E-6341-CD45-92D6-302AE475AE22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1" name="Freeform 660">
                <a:extLst>
                  <a:ext uri="{FF2B5EF4-FFF2-40B4-BE49-F238E27FC236}">
                    <a16:creationId xmlns:a16="http://schemas.microsoft.com/office/drawing/2014/main" id="{F59CEEAB-304C-0A4F-A6A1-3B9DA87D8743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2" name="Rectangle 65">
                <a:extLst>
                  <a:ext uri="{FF2B5EF4-FFF2-40B4-BE49-F238E27FC236}">
                    <a16:creationId xmlns:a16="http://schemas.microsoft.com/office/drawing/2014/main" id="{6C69B056-F95C-664B-8B83-B7E5D4344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59" name="Right Arrow 62">
              <a:extLst>
                <a:ext uri="{FF2B5EF4-FFF2-40B4-BE49-F238E27FC236}">
                  <a16:creationId xmlns:a16="http://schemas.microsoft.com/office/drawing/2014/main" id="{D83CCDED-CE88-C34F-B2B8-73878CCD3B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82" name="TextBox 681">
            <a:extLst>
              <a:ext uri="{FF2B5EF4-FFF2-40B4-BE49-F238E27FC236}">
                <a16:creationId xmlns:a16="http://schemas.microsoft.com/office/drawing/2014/main" id="{D97E2904-AD6B-3943-9660-32B38BA8B0D1}"/>
              </a:ext>
            </a:extLst>
          </p:cNvPr>
          <p:cNvSpPr txBox="1"/>
          <p:nvPr/>
        </p:nvSpPr>
        <p:spPr>
          <a:xfrm>
            <a:off x="1931315" y="1919106"/>
            <a:ext cx="1293944" cy="5415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bits</a:t>
            </a:r>
          </a:p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 packet</a:t>
            </a: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26793204-F087-2E4B-B5FE-0B276FE5FCEC}"/>
              </a:ext>
            </a:extLst>
          </p:cNvPr>
          <p:cNvSpPr txBox="1"/>
          <p:nvPr/>
        </p:nvSpPr>
        <p:spPr>
          <a:xfrm>
            <a:off x="6873433" y="2869739"/>
            <a:ext cx="7521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bps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89A616-088C-F944-A5D8-5B43B9716886}"/>
              </a:ext>
            </a:extLst>
          </p:cNvPr>
          <p:cNvGrpSpPr/>
          <p:nvPr/>
        </p:nvGrpSpPr>
        <p:grpSpPr>
          <a:xfrm>
            <a:off x="7945714" y="3980381"/>
            <a:ext cx="3855279" cy="2295280"/>
            <a:chOff x="7836061" y="3795186"/>
            <a:chExt cx="3855279" cy="229528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460DE1-A912-9A4F-A2FA-4D3A70344BA6}"/>
                </a:ext>
              </a:extLst>
            </p:cNvPr>
            <p:cNvSpPr/>
            <p:nvPr/>
          </p:nvSpPr>
          <p:spPr>
            <a:xfrm>
              <a:off x="7836061" y="3795186"/>
              <a:ext cx="3831220" cy="196900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5" name="Rectangle 4">
              <a:extLst>
                <a:ext uri="{FF2B5EF4-FFF2-40B4-BE49-F238E27FC236}">
                  <a16:creationId xmlns:a16="http://schemas.microsoft.com/office/drawing/2014/main" id="{32BCE5D7-9636-A94A-AC39-ECE5D72B6B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836061" y="3858441"/>
              <a:ext cx="3855279" cy="223202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341313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0"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One-hop numerical example:</a:t>
              </a: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0"/>
                <a:buChar char="§"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= 10 Kbits</a:t>
              </a: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0"/>
                <a:buChar char="§"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= 100 Mbps</a:t>
              </a: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0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one-hop transmission delay = 0.1 msec</a:t>
              </a:r>
            </a:p>
          </p:txBody>
        </p:sp>
      </p:grpSp>
      <p:sp>
        <p:nvSpPr>
          <p:cNvPr id="68" name="Slide Number Placeholder 5">
            <a:extLst>
              <a:ext uri="{FF2B5EF4-FFF2-40B4-BE49-F238E27FC236}">
                <a16:creationId xmlns:a16="http://schemas.microsoft.com/office/drawing/2014/main" id="{ED4AD52E-5F96-E84D-BA0F-63436360A2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3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336191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altLang="ja-JP" dirty="0"/>
              <a:t>Alternative to packet switching: circuit switching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AEE93-D7C7-5A4A-AB8B-951DDF4E1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5788" y="1434849"/>
            <a:ext cx="5692665" cy="5310856"/>
          </a:xfrm>
        </p:spPr>
        <p:txBody>
          <a:bodyPr>
            <a:normAutofit/>
          </a:bodyPr>
          <a:lstStyle/>
          <a:p>
            <a:pPr marL="11113" indent="-11113">
              <a:buNone/>
            </a:pP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end-end resources allocated to, reserved for “</a:t>
            </a:r>
            <a:r>
              <a:rPr lang="en-US" altLang="ja-JP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call” between source and destination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in diagram, each link has four circuits. </a:t>
            </a:r>
          </a:p>
          <a:p>
            <a:pPr marL="682625" lvl="1" indent="-225425"/>
            <a:r>
              <a:rPr lang="en-US" altLang="en-US" dirty="0">
                <a:ea typeface="ＭＳ Ｐゴシック" panose="020B0600070205080204" pitchFamily="34" charset="-128"/>
              </a:rPr>
              <a:t>call gets 2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nd</a:t>
            </a:r>
            <a:r>
              <a:rPr lang="en-US" altLang="en-US" dirty="0">
                <a:ea typeface="ＭＳ Ｐゴシック" panose="020B0600070205080204" pitchFamily="34" charset="-128"/>
              </a:rPr>
              <a:t> circuit in top link and 1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st</a:t>
            </a:r>
            <a:r>
              <a:rPr lang="en-US" altLang="en-US" dirty="0">
                <a:ea typeface="ＭＳ Ｐゴシック" panose="020B0600070205080204" pitchFamily="34" charset="-128"/>
              </a:rPr>
              <a:t> circuit in right link.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dedicated resources: no sharing</a:t>
            </a:r>
          </a:p>
          <a:p>
            <a:pPr marL="682625" lvl="1" indent="-225425"/>
            <a:r>
              <a:rPr lang="en-US" altLang="en-US" dirty="0">
                <a:ea typeface="Arial" panose="020B0604020202020204" pitchFamily="34" charset="0"/>
              </a:rPr>
              <a:t>circuit-like (guaranteed) performance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circuit segment idle if not used by call </a:t>
            </a:r>
            <a:r>
              <a:rPr lang="en-US" altLang="en-US" sz="240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(no sharing)</a:t>
            </a:r>
          </a:p>
          <a:p>
            <a:pPr marL="174625" indent="0">
              <a:buSzPct val="75000"/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C85B1EBD-FEC9-7D47-95F3-A01E91DC9894}"/>
              </a:ext>
            </a:extLst>
          </p:cNvPr>
          <p:cNvSpPr/>
          <p:nvPr/>
        </p:nvSpPr>
        <p:spPr bwMode="auto">
          <a:xfrm>
            <a:off x="8424977" y="2768303"/>
            <a:ext cx="1498678" cy="627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C07D9778-DC6E-7345-9465-FB3BB6CE8E90}"/>
              </a:ext>
            </a:extLst>
          </p:cNvPr>
          <p:cNvSpPr/>
          <p:nvPr/>
        </p:nvSpPr>
        <p:spPr bwMode="auto">
          <a:xfrm>
            <a:off x="8424977" y="2831058"/>
            <a:ext cx="1498678" cy="627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61FD4856-E9C8-2A41-A5F2-E30BD123301C}"/>
              </a:ext>
            </a:extLst>
          </p:cNvPr>
          <p:cNvSpPr/>
          <p:nvPr/>
        </p:nvSpPr>
        <p:spPr bwMode="auto">
          <a:xfrm>
            <a:off x="8424977" y="2893815"/>
            <a:ext cx="1498678" cy="627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7AC453DB-05D4-EC4C-921B-39BF8237099E}"/>
              </a:ext>
            </a:extLst>
          </p:cNvPr>
          <p:cNvSpPr/>
          <p:nvPr/>
        </p:nvSpPr>
        <p:spPr bwMode="auto">
          <a:xfrm>
            <a:off x="8424977" y="2956570"/>
            <a:ext cx="1498678" cy="627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35" name="Group 75">
            <a:extLst>
              <a:ext uri="{FF2B5EF4-FFF2-40B4-BE49-F238E27FC236}">
                <a16:creationId xmlns:a16="http://schemas.microsoft.com/office/drawing/2014/main" id="{5F6DF9A5-3FFC-8C4A-BBDB-ED9D3E810747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309151" y="3674784"/>
            <a:ext cx="1446966" cy="261562"/>
            <a:chOff x="4876800" y="1143000"/>
            <a:chExt cx="1752600" cy="304800"/>
          </a:xfrm>
        </p:grpSpPr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977C84FC-032A-8445-8061-6975ED8A7912}"/>
                </a:ext>
              </a:extLst>
            </p:cNvPr>
            <p:cNvSpPr/>
            <p:nvPr/>
          </p:nvSpPr>
          <p:spPr>
            <a:xfrm>
              <a:off x="4865941" y="11697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6" name="Rectangle 675">
              <a:extLst>
                <a:ext uri="{FF2B5EF4-FFF2-40B4-BE49-F238E27FC236}">
                  <a16:creationId xmlns:a16="http://schemas.microsoft.com/office/drawing/2014/main" id="{B419306E-4AE4-9E46-8222-E9A57C016985}"/>
                </a:ext>
              </a:extLst>
            </p:cNvPr>
            <p:cNvSpPr/>
            <p:nvPr/>
          </p:nvSpPr>
          <p:spPr>
            <a:xfrm>
              <a:off x="4865941" y="12459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7" name="Rectangle 676">
              <a:extLst>
                <a:ext uri="{FF2B5EF4-FFF2-40B4-BE49-F238E27FC236}">
                  <a16:creationId xmlns:a16="http://schemas.microsoft.com/office/drawing/2014/main" id="{3197829C-6518-5743-A13E-C28A17ADE787}"/>
                </a:ext>
              </a:extLst>
            </p:cNvPr>
            <p:cNvSpPr/>
            <p:nvPr/>
          </p:nvSpPr>
          <p:spPr>
            <a:xfrm>
              <a:off x="4865941" y="1322172"/>
              <a:ext cx="1752599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8" name="Rectangle 677">
              <a:extLst>
                <a:ext uri="{FF2B5EF4-FFF2-40B4-BE49-F238E27FC236}">
                  <a16:creationId xmlns:a16="http://schemas.microsoft.com/office/drawing/2014/main" id="{D024E2F3-1A4C-0644-95D3-3003554E779D}"/>
                </a:ext>
              </a:extLst>
            </p:cNvPr>
            <p:cNvSpPr/>
            <p:nvPr/>
          </p:nvSpPr>
          <p:spPr>
            <a:xfrm>
              <a:off x="4865941" y="1398372"/>
              <a:ext cx="1752599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36" name="Group 80">
            <a:extLst>
              <a:ext uri="{FF2B5EF4-FFF2-40B4-BE49-F238E27FC236}">
                <a16:creationId xmlns:a16="http://schemas.microsoft.com/office/drawing/2014/main" id="{56F3148B-4ACA-6443-B079-C0ACA7BAE006}"/>
              </a:ext>
            </a:extLst>
          </p:cNvPr>
          <p:cNvGrpSpPr>
            <a:grpSpLocks/>
          </p:cNvGrpSpPr>
          <p:nvPr/>
        </p:nvGrpSpPr>
        <p:grpSpPr bwMode="auto">
          <a:xfrm>
            <a:off x="8509808" y="4656351"/>
            <a:ext cx="1479238" cy="251023"/>
            <a:chOff x="4876800" y="1143000"/>
            <a:chExt cx="1752600" cy="304800"/>
          </a:xfrm>
        </p:grpSpPr>
        <p:sp>
          <p:nvSpPr>
            <p:cNvPr id="671" name="Rectangle 670">
              <a:extLst>
                <a:ext uri="{FF2B5EF4-FFF2-40B4-BE49-F238E27FC236}">
                  <a16:creationId xmlns:a16="http://schemas.microsoft.com/office/drawing/2014/main" id="{80FE6752-34E1-E34F-A1F3-D2A6FE32F28D}"/>
                </a:ext>
              </a:extLst>
            </p:cNvPr>
            <p:cNvSpPr/>
            <p:nvPr/>
          </p:nvSpPr>
          <p:spPr>
            <a:xfrm>
              <a:off x="4876800" y="11430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2" name="Rectangle 671">
              <a:extLst>
                <a:ext uri="{FF2B5EF4-FFF2-40B4-BE49-F238E27FC236}">
                  <a16:creationId xmlns:a16="http://schemas.microsoft.com/office/drawing/2014/main" id="{555D353A-0B50-B343-A01E-DE477259DB94}"/>
                </a:ext>
              </a:extLst>
            </p:cNvPr>
            <p:cNvSpPr/>
            <p:nvPr/>
          </p:nvSpPr>
          <p:spPr>
            <a:xfrm>
              <a:off x="4876800" y="12192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3" name="Rectangle 672">
              <a:extLst>
                <a:ext uri="{FF2B5EF4-FFF2-40B4-BE49-F238E27FC236}">
                  <a16:creationId xmlns:a16="http://schemas.microsoft.com/office/drawing/2014/main" id="{8D8482C7-D95D-1A40-B1A5-03B3803003D0}"/>
                </a:ext>
              </a:extLst>
            </p:cNvPr>
            <p:cNvSpPr/>
            <p:nvPr/>
          </p:nvSpPr>
          <p:spPr>
            <a:xfrm>
              <a:off x="4876800" y="1295400"/>
              <a:ext cx="1752600" cy="762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5E9D9B00-DD2C-5C45-B41D-E4131382D4BD}"/>
                </a:ext>
              </a:extLst>
            </p:cNvPr>
            <p:cNvSpPr/>
            <p:nvPr/>
          </p:nvSpPr>
          <p:spPr>
            <a:xfrm>
              <a:off x="4876800" y="1371601"/>
              <a:ext cx="1752600" cy="761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637" name="Rectangle 636">
            <a:extLst>
              <a:ext uri="{FF2B5EF4-FFF2-40B4-BE49-F238E27FC236}">
                <a16:creationId xmlns:a16="http://schemas.microsoft.com/office/drawing/2014/main" id="{61AA9CF9-360C-1644-8229-070AF13E138A}"/>
              </a:ext>
            </a:extLst>
          </p:cNvPr>
          <p:cNvSpPr/>
          <p:nvPr/>
        </p:nvSpPr>
        <p:spPr bwMode="auto">
          <a:xfrm rot="5400000">
            <a:off x="9755990" y="3772869"/>
            <a:ext cx="1446966" cy="653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E9836985-853D-FD43-8624-3F7C8EFF868E}"/>
              </a:ext>
            </a:extLst>
          </p:cNvPr>
          <p:cNvSpPr/>
          <p:nvPr/>
        </p:nvSpPr>
        <p:spPr bwMode="auto">
          <a:xfrm rot="5400000">
            <a:off x="9690600" y="3772869"/>
            <a:ext cx="1446966" cy="65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2C3B99FD-EBC3-CC42-B85E-90D4E22B5F96}"/>
              </a:ext>
            </a:extLst>
          </p:cNvPr>
          <p:cNvSpPr/>
          <p:nvPr/>
        </p:nvSpPr>
        <p:spPr bwMode="auto">
          <a:xfrm rot="5400000">
            <a:off x="9625209" y="3772869"/>
            <a:ext cx="1446966" cy="653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1D7794B1-F2B2-5747-B891-005F045539B2}"/>
              </a:ext>
            </a:extLst>
          </p:cNvPr>
          <p:cNvSpPr/>
          <p:nvPr/>
        </p:nvSpPr>
        <p:spPr bwMode="auto">
          <a:xfrm rot="5400000">
            <a:off x="9559819" y="3772869"/>
            <a:ext cx="1446966" cy="6539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50" name="Group 100">
            <a:extLst>
              <a:ext uri="{FF2B5EF4-FFF2-40B4-BE49-F238E27FC236}">
                <a16:creationId xmlns:a16="http://schemas.microsoft.com/office/drawing/2014/main" id="{0639FADE-DF07-BC40-93A4-C1CAB6AE0566}"/>
              </a:ext>
            </a:extLst>
          </p:cNvPr>
          <p:cNvGrpSpPr>
            <a:grpSpLocks/>
          </p:cNvGrpSpPr>
          <p:nvPr/>
        </p:nvGrpSpPr>
        <p:grpSpPr bwMode="auto">
          <a:xfrm>
            <a:off x="10013910" y="1711520"/>
            <a:ext cx="701622" cy="568387"/>
            <a:chOff x="-44" y="1473"/>
            <a:chExt cx="981" cy="1105"/>
          </a:xfrm>
        </p:grpSpPr>
        <p:pic>
          <p:nvPicPr>
            <p:cNvPr id="669" name="Picture 101" descr="desktop_computer_stylized_medium">
              <a:extLst>
                <a:ext uri="{FF2B5EF4-FFF2-40B4-BE49-F238E27FC236}">
                  <a16:creationId xmlns:a16="http://schemas.microsoft.com/office/drawing/2014/main" id="{BA6FF0DF-0F0E-DD48-A690-E164D934CA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0" name="Freeform 102">
              <a:extLst>
                <a:ext uri="{FF2B5EF4-FFF2-40B4-BE49-F238E27FC236}">
                  <a16:creationId xmlns:a16="http://schemas.microsoft.com/office/drawing/2014/main" id="{C32A6522-BD56-1741-9275-687F917D71B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4" name="Rectangle 653">
            <a:extLst>
              <a:ext uri="{FF2B5EF4-FFF2-40B4-BE49-F238E27FC236}">
                <a16:creationId xmlns:a16="http://schemas.microsoft.com/office/drawing/2014/main" id="{9D887EB2-57DD-3145-BFC4-C5FAB2A34C2C}"/>
              </a:ext>
            </a:extLst>
          </p:cNvPr>
          <p:cNvSpPr/>
          <p:nvPr/>
        </p:nvSpPr>
        <p:spPr bwMode="auto">
          <a:xfrm rot="2465437" flipV="1">
            <a:off x="10213493" y="4720899"/>
            <a:ext cx="581445" cy="6454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A3B2F961-4F5F-024A-9053-8BCA979B88C9}"/>
              </a:ext>
            </a:extLst>
          </p:cNvPr>
          <p:cNvSpPr/>
          <p:nvPr/>
        </p:nvSpPr>
        <p:spPr bwMode="auto">
          <a:xfrm>
            <a:off x="7105364" y="4795380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AD473EEA-73C2-5D46-8AAF-564095CFE88B}"/>
              </a:ext>
            </a:extLst>
          </p:cNvPr>
          <p:cNvSpPr/>
          <p:nvPr/>
        </p:nvSpPr>
        <p:spPr bwMode="auto">
          <a:xfrm rot="5400000">
            <a:off x="7722581" y="2362276"/>
            <a:ext cx="513165" cy="697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C0FDD0FD-5960-3748-B19E-88536C7DDE78}"/>
              </a:ext>
            </a:extLst>
          </p:cNvPr>
          <p:cNvSpPr/>
          <p:nvPr/>
        </p:nvSpPr>
        <p:spPr bwMode="auto">
          <a:xfrm rot="5400000">
            <a:off x="7825925" y="5242087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7E2AD029-98F7-B040-85B4-C43FAD1EB81B}"/>
              </a:ext>
            </a:extLst>
          </p:cNvPr>
          <p:cNvSpPr/>
          <p:nvPr/>
        </p:nvSpPr>
        <p:spPr bwMode="auto">
          <a:xfrm rot="5400000">
            <a:off x="10201295" y="5217275"/>
            <a:ext cx="493905" cy="6833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52375AB8-0401-BC40-BE25-F5671327B1FC}"/>
              </a:ext>
            </a:extLst>
          </p:cNvPr>
          <p:cNvSpPr/>
          <p:nvPr/>
        </p:nvSpPr>
        <p:spPr bwMode="auto">
          <a:xfrm rot="10800000">
            <a:off x="10882518" y="4775822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B1C6849C-11AE-A842-BDEB-776A39D89F36}"/>
              </a:ext>
            </a:extLst>
          </p:cNvPr>
          <p:cNvSpPr/>
          <p:nvPr/>
        </p:nvSpPr>
        <p:spPr bwMode="auto">
          <a:xfrm>
            <a:off x="7002625" y="2887816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8024D8C7-10CA-5A41-B97C-725ABAF0833D}"/>
              </a:ext>
            </a:extLst>
          </p:cNvPr>
          <p:cNvSpPr/>
          <p:nvPr/>
        </p:nvSpPr>
        <p:spPr bwMode="auto">
          <a:xfrm>
            <a:off x="10811014" y="2867389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4264F35-7A0D-DF4B-83B3-4CAF1770C5DA}"/>
              </a:ext>
            </a:extLst>
          </p:cNvPr>
          <p:cNvSpPr/>
          <p:nvPr/>
        </p:nvSpPr>
        <p:spPr bwMode="auto">
          <a:xfrm rot="5400000">
            <a:off x="10115327" y="2348120"/>
            <a:ext cx="493905" cy="683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613" name="Group 100">
            <a:extLst>
              <a:ext uri="{FF2B5EF4-FFF2-40B4-BE49-F238E27FC236}">
                <a16:creationId xmlns:a16="http://schemas.microsoft.com/office/drawing/2014/main" id="{DBC0414B-31F1-1C4C-8261-EE67F4607DC0}"/>
              </a:ext>
            </a:extLst>
          </p:cNvPr>
          <p:cNvGrpSpPr>
            <a:grpSpLocks/>
          </p:cNvGrpSpPr>
          <p:nvPr/>
        </p:nvGrpSpPr>
        <p:grpSpPr bwMode="auto">
          <a:xfrm>
            <a:off x="9946631" y="5393995"/>
            <a:ext cx="703389" cy="568387"/>
            <a:chOff x="-44" y="1473"/>
            <a:chExt cx="981" cy="1105"/>
          </a:xfrm>
        </p:grpSpPr>
        <p:pic>
          <p:nvPicPr>
            <p:cNvPr id="687" name="Picture 101" descr="desktop_computer_stylized_medium">
              <a:extLst>
                <a:ext uri="{FF2B5EF4-FFF2-40B4-BE49-F238E27FC236}">
                  <a16:creationId xmlns:a16="http://schemas.microsoft.com/office/drawing/2014/main" id="{90934AB2-F45B-D54D-B91B-92C3572EB4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8" name="Freeform 102">
              <a:extLst>
                <a:ext uri="{FF2B5EF4-FFF2-40B4-BE49-F238E27FC236}">
                  <a16:creationId xmlns:a16="http://schemas.microsoft.com/office/drawing/2014/main" id="{DDB06B17-0C65-DF43-A056-8E67D11A00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12" name="Group 100">
            <a:extLst>
              <a:ext uri="{FF2B5EF4-FFF2-40B4-BE49-F238E27FC236}">
                <a16:creationId xmlns:a16="http://schemas.microsoft.com/office/drawing/2014/main" id="{604FD66B-8A15-8341-9AA9-BC9C0069CF6C}"/>
              </a:ext>
            </a:extLst>
          </p:cNvPr>
          <p:cNvGrpSpPr>
            <a:grpSpLocks/>
          </p:cNvGrpSpPr>
          <p:nvPr/>
        </p:nvGrpSpPr>
        <p:grpSpPr bwMode="auto">
          <a:xfrm>
            <a:off x="7560992" y="1744853"/>
            <a:ext cx="703389" cy="568387"/>
            <a:chOff x="-44" y="1473"/>
            <a:chExt cx="981" cy="1105"/>
          </a:xfrm>
        </p:grpSpPr>
        <p:pic>
          <p:nvPicPr>
            <p:cNvPr id="689" name="Picture 101" descr="desktop_computer_stylized_medium">
              <a:extLst>
                <a:ext uri="{FF2B5EF4-FFF2-40B4-BE49-F238E27FC236}">
                  <a16:creationId xmlns:a16="http://schemas.microsoft.com/office/drawing/2014/main" id="{8EC12789-4A74-CD4E-A96A-BA0B134A47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0" name="Freeform 102">
              <a:extLst>
                <a:ext uri="{FF2B5EF4-FFF2-40B4-BE49-F238E27FC236}">
                  <a16:creationId xmlns:a16="http://schemas.microsoft.com/office/drawing/2014/main" id="{1C9CAF4D-3912-2C4B-94EA-BFD60B5F828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117 w 356"/>
                <a:gd name="T3" fmla="*/ 180 h 368"/>
                <a:gd name="T4" fmla="*/ 3697 w 356"/>
                <a:gd name="T5" fmla="*/ 3750 h 368"/>
                <a:gd name="T6" fmla="*/ 815 w 356"/>
                <a:gd name="T7" fmla="*/ 470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27" name="Group 726">
            <a:extLst>
              <a:ext uri="{FF2B5EF4-FFF2-40B4-BE49-F238E27FC236}">
                <a16:creationId xmlns:a16="http://schemas.microsoft.com/office/drawing/2014/main" id="{2A8EF875-64B6-FB4D-BBD1-BB83115D41F6}"/>
              </a:ext>
            </a:extLst>
          </p:cNvPr>
          <p:cNvGrpSpPr/>
          <p:nvPr/>
        </p:nvGrpSpPr>
        <p:grpSpPr>
          <a:xfrm>
            <a:off x="7484685" y="2654601"/>
            <a:ext cx="946204" cy="493906"/>
            <a:chOff x="7493876" y="2774731"/>
            <a:chExt cx="1481958" cy="894622"/>
          </a:xfrm>
        </p:grpSpPr>
        <p:sp>
          <p:nvSpPr>
            <p:cNvPr id="728" name="Freeform 727">
              <a:extLst>
                <a:ext uri="{FF2B5EF4-FFF2-40B4-BE49-F238E27FC236}">
                  <a16:creationId xmlns:a16="http://schemas.microsoft.com/office/drawing/2014/main" id="{2C68BD66-9CBB-6D44-8BC8-E664FE1011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29" name="Oval 728">
              <a:extLst>
                <a:ext uri="{FF2B5EF4-FFF2-40B4-BE49-F238E27FC236}">
                  <a16:creationId xmlns:a16="http://schemas.microsoft.com/office/drawing/2014/main" id="{AAD7E178-EB97-9D49-BA85-B61E5871BFF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30" name="Group 729">
              <a:extLst>
                <a:ext uri="{FF2B5EF4-FFF2-40B4-BE49-F238E27FC236}">
                  <a16:creationId xmlns:a16="http://schemas.microsoft.com/office/drawing/2014/main" id="{4C398AB5-D40E-9D45-9D9F-3195710DFE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1" name="Freeform 730">
                <a:extLst>
                  <a:ext uri="{FF2B5EF4-FFF2-40B4-BE49-F238E27FC236}">
                    <a16:creationId xmlns:a16="http://schemas.microsoft.com/office/drawing/2014/main" id="{5E9BAF8A-BA27-434D-91A2-E0D5DB090E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2" name="Freeform 731">
                <a:extLst>
                  <a:ext uri="{FF2B5EF4-FFF2-40B4-BE49-F238E27FC236}">
                    <a16:creationId xmlns:a16="http://schemas.microsoft.com/office/drawing/2014/main" id="{7239671D-647B-C046-933C-48E52C3A133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3" name="Freeform 732">
                <a:extLst>
                  <a:ext uri="{FF2B5EF4-FFF2-40B4-BE49-F238E27FC236}">
                    <a16:creationId xmlns:a16="http://schemas.microsoft.com/office/drawing/2014/main" id="{72FEAD2C-B342-D84B-83AF-B34BD5B7B0E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4" name="Freeform 733">
                <a:extLst>
                  <a:ext uri="{FF2B5EF4-FFF2-40B4-BE49-F238E27FC236}">
                    <a16:creationId xmlns:a16="http://schemas.microsoft.com/office/drawing/2014/main" id="{BA83E8B5-18C5-D947-9CC6-154512253CF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35" name="Group 734">
            <a:extLst>
              <a:ext uri="{FF2B5EF4-FFF2-40B4-BE49-F238E27FC236}">
                <a16:creationId xmlns:a16="http://schemas.microsoft.com/office/drawing/2014/main" id="{EBC6C3DB-3DD5-5143-813B-D24B718ED06D}"/>
              </a:ext>
            </a:extLst>
          </p:cNvPr>
          <p:cNvGrpSpPr/>
          <p:nvPr/>
        </p:nvGrpSpPr>
        <p:grpSpPr>
          <a:xfrm>
            <a:off x="7567435" y="4520082"/>
            <a:ext cx="946204" cy="493906"/>
            <a:chOff x="7493876" y="2774731"/>
            <a:chExt cx="1481958" cy="894622"/>
          </a:xfrm>
        </p:grpSpPr>
        <p:sp>
          <p:nvSpPr>
            <p:cNvPr id="736" name="Freeform 735">
              <a:extLst>
                <a:ext uri="{FF2B5EF4-FFF2-40B4-BE49-F238E27FC236}">
                  <a16:creationId xmlns:a16="http://schemas.microsoft.com/office/drawing/2014/main" id="{5E0EBE43-DDB6-B548-BB2C-D6B6C1DAB7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37" name="Oval 736">
              <a:extLst>
                <a:ext uri="{FF2B5EF4-FFF2-40B4-BE49-F238E27FC236}">
                  <a16:creationId xmlns:a16="http://schemas.microsoft.com/office/drawing/2014/main" id="{BA79F427-8F60-1544-A84F-64AC0287445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38" name="Group 737">
              <a:extLst>
                <a:ext uri="{FF2B5EF4-FFF2-40B4-BE49-F238E27FC236}">
                  <a16:creationId xmlns:a16="http://schemas.microsoft.com/office/drawing/2014/main" id="{A6D233C7-8EB7-9B41-86B6-FC01A897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9" name="Freeform 738">
                <a:extLst>
                  <a:ext uri="{FF2B5EF4-FFF2-40B4-BE49-F238E27FC236}">
                    <a16:creationId xmlns:a16="http://schemas.microsoft.com/office/drawing/2014/main" id="{2DA248B7-610E-C34C-9FF3-57CCF829D46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0" name="Freeform 739">
                <a:extLst>
                  <a:ext uri="{FF2B5EF4-FFF2-40B4-BE49-F238E27FC236}">
                    <a16:creationId xmlns:a16="http://schemas.microsoft.com/office/drawing/2014/main" id="{9FD796FE-DDA7-CD43-8C1A-AD4F25774F8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1" name="Freeform 740">
                <a:extLst>
                  <a:ext uri="{FF2B5EF4-FFF2-40B4-BE49-F238E27FC236}">
                    <a16:creationId xmlns:a16="http://schemas.microsoft.com/office/drawing/2014/main" id="{6009BDFD-2C6D-324C-B98C-379BF8D444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2" name="Freeform 741">
                <a:extLst>
                  <a:ext uri="{FF2B5EF4-FFF2-40B4-BE49-F238E27FC236}">
                    <a16:creationId xmlns:a16="http://schemas.microsoft.com/office/drawing/2014/main" id="{04C2B104-2DF7-EC43-A8ED-F9900D3FC6F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43" name="Group 742">
            <a:extLst>
              <a:ext uri="{FF2B5EF4-FFF2-40B4-BE49-F238E27FC236}">
                <a16:creationId xmlns:a16="http://schemas.microsoft.com/office/drawing/2014/main" id="{8910879B-032A-764B-B8A5-A88D63D74D64}"/>
              </a:ext>
            </a:extLst>
          </p:cNvPr>
          <p:cNvGrpSpPr/>
          <p:nvPr/>
        </p:nvGrpSpPr>
        <p:grpSpPr>
          <a:xfrm>
            <a:off x="9940980" y="4520082"/>
            <a:ext cx="946204" cy="493906"/>
            <a:chOff x="7493876" y="2774731"/>
            <a:chExt cx="1481958" cy="894622"/>
          </a:xfrm>
        </p:grpSpPr>
        <p:sp>
          <p:nvSpPr>
            <p:cNvPr id="744" name="Freeform 743">
              <a:extLst>
                <a:ext uri="{FF2B5EF4-FFF2-40B4-BE49-F238E27FC236}">
                  <a16:creationId xmlns:a16="http://schemas.microsoft.com/office/drawing/2014/main" id="{D1149133-C350-2D42-8C9E-58585EBAF37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45" name="Oval 744">
              <a:extLst>
                <a:ext uri="{FF2B5EF4-FFF2-40B4-BE49-F238E27FC236}">
                  <a16:creationId xmlns:a16="http://schemas.microsoft.com/office/drawing/2014/main" id="{12C3EB20-8219-694C-85F2-6998D9337F6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46" name="Group 745">
              <a:extLst>
                <a:ext uri="{FF2B5EF4-FFF2-40B4-BE49-F238E27FC236}">
                  <a16:creationId xmlns:a16="http://schemas.microsoft.com/office/drawing/2014/main" id="{162CB454-0231-9744-8F9B-C6B6BD5914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7" name="Freeform 746">
                <a:extLst>
                  <a:ext uri="{FF2B5EF4-FFF2-40B4-BE49-F238E27FC236}">
                    <a16:creationId xmlns:a16="http://schemas.microsoft.com/office/drawing/2014/main" id="{8D7DE494-08F1-5B41-8C0A-D66274850B8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8" name="Freeform 747">
                <a:extLst>
                  <a:ext uri="{FF2B5EF4-FFF2-40B4-BE49-F238E27FC236}">
                    <a16:creationId xmlns:a16="http://schemas.microsoft.com/office/drawing/2014/main" id="{2A784FA2-85FF-7148-B9DC-8DE272915AD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9" name="Freeform 748">
                <a:extLst>
                  <a:ext uri="{FF2B5EF4-FFF2-40B4-BE49-F238E27FC236}">
                    <a16:creationId xmlns:a16="http://schemas.microsoft.com/office/drawing/2014/main" id="{8B03338E-B45A-FA4B-BFE9-2D0AB4D34AC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0" name="Freeform 749">
                <a:extLst>
                  <a:ext uri="{FF2B5EF4-FFF2-40B4-BE49-F238E27FC236}">
                    <a16:creationId xmlns:a16="http://schemas.microsoft.com/office/drawing/2014/main" id="{7D974B2C-FE1D-6349-A955-0E444D9110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51" name="Group 750">
            <a:extLst>
              <a:ext uri="{FF2B5EF4-FFF2-40B4-BE49-F238E27FC236}">
                <a16:creationId xmlns:a16="http://schemas.microsoft.com/office/drawing/2014/main" id="{08A7BD84-7E3B-0547-8C3C-4A918614BC02}"/>
              </a:ext>
            </a:extLst>
          </p:cNvPr>
          <p:cNvGrpSpPr/>
          <p:nvPr/>
        </p:nvGrpSpPr>
        <p:grpSpPr>
          <a:xfrm>
            <a:off x="9889177" y="2634520"/>
            <a:ext cx="946204" cy="493906"/>
            <a:chOff x="7493876" y="2774731"/>
            <a:chExt cx="1481958" cy="894622"/>
          </a:xfrm>
        </p:grpSpPr>
        <p:sp>
          <p:nvSpPr>
            <p:cNvPr id="752" name="Freeform 751">
              <a:extLst>
                <a:ext uri="{FF2B5EF4-FFF2-40B4-BE49-F238E27FC236}">
                  <a16:creationId xmlns:a16="http://schemas.microsoft.com/office/drawing/2014/main" id="{55DE6B73-3A96-5C48-9E14-F3E52551624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753" name="Oval 752">
              <a:extLst>
                <a:ext uri="{FF2B5EF4-FFF2-40B4-BE49-F238E27FC236}">
                  <a16:creationId xmlns:a16="http://schemas.microsoft.com/office/drawing/2014/main" id="{0C2E4634-ECD7-1A42-BFF3-1C3C12DFDC4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54" name="Group 753">
              <a:extLst>
                <a:ext uri="{FF2B5EF4-FFF2-40B4-BE49-F238E27FC236}">
                  <a16:creationId xmlns:a16="http://schemas.microsoft.com/office/drawing/2014/main" id="{F0FBBA43-0B28-DB47-93A2-4CF98D644EF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55" name="Freeform 754">
                <a:extLst>
                  <a:ext uri="{FF2B5EF4-FFF2-40B4-BE49-F238E27FC236}">
                    <a16:creationId xmlns:a16="http://schemas.microsoft.com/office/drawing/2014/main" id="{D329D7EE-AD76-AB4B-953F-A01C8B47B8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6" name="Freeform 755">
                <a:extLst>
                  <a:ext uri="{FF2B5EF4-FFF2-40B4-BE49-F238E27FC236}">
                    <a16:creationId xmlns:a16="http://schemas.microsoft.com/office/drawing/2014/main" id="{589A456E-CB6E-0749-A626-282D17A7162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7" name="Freeform 756">
                <a:extLst>
                  <a:ext uri="{FF2B5EF4-FFF2-40B4-BE49-F238E27FC236}">
                    <a16:creationId xmlns:a16="http://schemas.microsoft.com/office/drawing/2014/main" id="{6618F299-10D3-6B46-9FD8-919E6C98C6F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8" name="Freeform 757">
                <a:extLst>
                  <a:ext uri="{FF2B5EF4-FFF2-40B4-BE49-F238E27FC236}">
                    <a16:creationId xmlns:a16="http://schemas.microsoft.com/office/drawing/2014/main" id="{514AE89A-3BDD-0546-829A-1EBCB7AB9A0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52" name="Rectangle 651">
            <a:extLst>
              <a:ext uri="{FF2B5EF4-FFF2-40B4-BE49-F238E27FC236}">
                <a16:creationId xmlns:a16="http://schemas.microsoft.com/office/drawing/2014/main" id="{5035FBDB-8E25-7842-8C98-159D52E79B52}"/>
              </a:ext>
            </a:extLst>
          </p:cNvPr>
          <p:cNvSpPr/>
          <p:nvPr/>
        </p:nvSpPr>
        <p:spPr bwMode="auto">
          <a:xfrm rot="1634516">
            <a:off x="7940837" y="2709093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CB9C91AF-8BEA-E84C-A2CC-A7D82A5CAB1D}"/>
              </a:ext>
            </a:extLst>
          </p:cNvPr>
          <p:cNvSpPr/>
          <p:nvPr/>
        </p:nvSpPr>
        <p:spPr bwMode="auto">
          <a:xfrm rot="2101064">
            <a:off x="9817292" y="2970721"/>
            <a:ext cx="535922" cy="73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9DA88FB0-7AC5-3744-B89B-48F2B2492C28}"/>
              </a:ext>
            </a:extLst>
          </p:cNvPr>
          <p:cNvSpPr/>
          <p:nvPr/>
        </p:nvSpPr>
        <p:spPr bwMode="auto">
          <a:xfrm rot="4253584">
            <a:off x="10096993" y="4729744"/>
            <a:ext cx="547683" cy="757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sp>
        <p:nvSpPr>
          <p:cNvPr id="77" name="Content Placeholder 2">
            <a:extLst>
              <a:ext uri="{FF2B5EF4-FFF2-40B4-BE49-F238E27FC236}">
                <a16:creationId xmlns:a16="http://schemas.microsoft.com/office/drawing/2014/main" id="{7CFDA170-11D3-5541-8A4F-1A2253DC8FAC}"/>
              </a:ext>
            </a:extLst>
          </p:cNvPr>
          <p:cNvSpPr txBox="1">
            <a:spLocks/>
          </p:cNvSpPr>
          <p:nvPr/>
        </p:nvSpPr>
        <p:spPr>
          <a:xfrm>
            <a:off x="893203" y="5522187"/>
            <a:ext cx="6884498" cy="904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commonly used in traditional telephone networks</a:t>
            </a:r>
          </a:p>
          <a:p>
            <a:pPr marL="1746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96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543" y="1677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ja-JP" sz="4000" dirty="0"/>
              <a:t>Packet switching versus circuit switching</a:t>
            </a:r>
            <a:endParaRPr lang="en-US" sz="4000" dirty="0"/>
          </a:p>
        </p:txBody>
      </p:sp>
      <p:sp>
        <p:nvSpPr>
          <p:cNvPr id="189" name="Rectangle 3">
            <a:extLst>
              <a:ext uri="{FF2B5EF4-FFF2-40B4-BE49-F238E27FC236}">
                <a16:creationId xmlns:a16="http://schemas.microsoft.com/office/drawing/2014/main" id="{17C01842-A8D9-3947-BFAD-E29BD4964F34}"/>
              </a:ext>
            </a:extLst>
          </p:cNvPr>
          <p:cNvSpPr txBox="1">
            <a:spLocks noChangeArrowheads="1"/>
          </p:cNvSpPr>
          <p:nvPr/>
        </p:nvSpPr>
        <p:spPr>
          <a:xfrm>
            <a:off x="1403870" y="3292376"/>
            <a:ext cx="4938590" cy="19381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Wingdings" pitchFamily="2" charset="2"/>
              <a:buNone/>
              <a:tabLst>
                <a:tab pos="566738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 Gb/s link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user: </a:t>
            </a: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100 Mb/s when </a:t>
            </a: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“active”</a:t>
            </a: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active 10% of time</a:t>
            </a:r>
          </a:p>
          <a:p>
            <a:pPr marL="5667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>
                <a:tab pos="566738" algn="l"/>
              </a:tabLst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Rectangle 4">
            <a:extLst>
              <a:ext uri="{FF2B5EF4-FFF2-40B4-BE49-F238E27FC236}">
                <a16:creationId xmlns:a16="http://schemas.microsoft.com/office/drawing/2014/main" id="{7C386600-7D5F-2A48-8322-A74286FEE874}"/>
              </a:ext>
            </a:extLst>
          </p:cNvPr>
          <p:cNvSpPr txBox="1">
            <a:spLocks noChangeArrowheads="1"/>
          </p:cNvSpPr>
          <p:nvPr/>
        </p:nvSpPr>
        <p:spPr>
          <a:xfrm>
            <a:off x="561796" y="5229200"/>
            <a:ext cx="11085095" cy="12839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Q: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how many users can use this network under circuit-switching and packet switching?</a:t>
            </a:r>
          </a:p>
          <a:p>
            <a:pPr>
              <a:buNone/>
              <a:defRPr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circuit-switching:</a:t>
            </a:r>
            <a:r>
              <a:rPr lang="en-US" altLang="en-US" sz="24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ea typeface="Arial" panose="020B0604020202020204" pitchFamily="34" charset="0"/>
              </a:rPr>
              <a:t>10 users</a:t>
            </a:r>
          </a:p>
          <a:p>
            <a:pPr lvl="0">
              <a:buNone/>
              <a:defRPr/>
            </a:pP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packet switching:</a:t>
            </a:r>
            <a:r>
              <a:rPr lang="en-US" altLang="en-US" sz="24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  </a:t>
            </a:r>
            <a:r>
              <a:rPr lang="en-US" altLang="en-US" sz="2400" dirty="0">
                <a:solidFill>
                  <a:prstClr val="black"/>
                </a:solidFill>
                <a:ea typeface="Arial" panose="020B0604020202020204" pitchFamily="34" charset="0"/>
              </a:rPr>
              <a:t>with 35 users, probability &gt; 10 active at same time is </a:t>
            </a:r>
            <a:r>
              <a:rPr lang="en-US" altLang="en-US" sz="2400" dirty="0" smtClean="0">
                <a:solidFill>
                  <a:prstClr val="black"/>
                </a:solidFill>
                <a:ea typeface="Arial" panose="020B0604020202020204" pitchFamily="34" charset="0"/>
              </a:rPr>
              <a:t>very small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CB3388-63D6-E94D-A6AC-103823FF44D9}"/>
              </a:ext>
            </a:extLst>
          </p:cNvPr>
          <p:cNvGrpSpPr/>
          <p:nvPr/>
        </p:nvGrpSpPr>
        <p:grpSpPr>
          <a:xfrm>
            <a:off x="6418603" y="3560013"/>
            <a:ext cx="4399417" cy="1665011"/>
            <a:chOff x="6463839" y="2201136"/>
            <a:chExt cx="5249577" cy="2005013"/>
          </a:xfrm>
        </p:grpSpPr>
        <p:sp>
          <p:nvSpPr>
            <p:cNvPr id="191" name="Line 15">
              <a:extLst>
                <a:ext uri="{FF2B5EF4-FFF2-40B4-BE49-F238E27FC236}">
                  <a16:creationId xmlns:a16="http://schemas.microsoft.com/office/drawing/2014/main" id="{8D3CAF60-F994-A546-AAAD-47571FD48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264" y="2684966"/>
              <a:ext cx="838200" cy="4572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Line 16">
              <a:extLst>
                <a:ext uri="{FF2B5EF4-FFF2-40B4-BE49-F238E27FC236}">
                  <a16:creationId xmlns:a16="http://schemas.microsoft.com/office/drawing/2014/main" id="{DAFDB301-9C22-7E40-AB5C-B1019D11D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142166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Line 17">
              <a:extLst>
                <a:ext uri="{FF2B5EF4-FFF2-40B4-BE49-F238E27FC236}">
                  <a16:creationId xmlns:a16="http://schemas.microsoft.com/office/drawing/2014/main" id="{08D96691-67D0-164A-8B20-0A8F49D82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317507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Line 18">
              <a:extLst>
                <a:ext uri="{FF2B5EF4-FFF2-40B4-BE49-F238E27FC236}">
                  <a16:creationId xmlns:a16="http://schemas.microsoft.com/office/drawing/2014/main" id="{5E60CA0C-29AD-554D-BDE3-8F41053E4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3464" y="3317507"/>
              <a:ext cx="761999" cy="6095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Text Box 19">
              <a:extLst>
                <a:ext uri="{FF2B5EF4-FFF2-40B4-BE49-F238E27FC236}">
                  <a16:creationId xmlns:a16="http://schemas.microsoft.com/office/drawing/2014/main" id="{4727766D-8865-024A-9422-01733ADE9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users</a:t>
              </a:r>
            </a:p>
          </p:txBody>
        </p:sp>
        <p:sp>
          <p:nvSpPr>
            <p:cNvPr id="196" name="Text Box 20">
              <a:extLst>
                <a:ext uri="{FF2B5EF4-FFF2-40B4-BE49-F238E27FC236}">
                  <a16:creationId xmlns:a16="http://schemas.microsoft.com/office/drawing/2014/main" id="{02F193D8-1895-D243-9C9D-86059DDF4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55577" y="3380979"/>
              <a:ext cx="1857839" cy="555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 Gbps link</a:t>
              </a:r>
            </a:p>
          </p:txBody>
        </p:sp>
        <p:sp>
          <p:nvSpPr>
            <p:cNvPr id="197" name="Line 47">
              <a:extLst>
                <a:ext uri="{FF2B5EF4-FFF2-40B4-BE49-F238E27FC236}">
                  <a16:creationId xmlns:a16="http://schemas.microsoft.com/office/drawing/2014/main" id="{562BF16C-2907-8C4D-B28F-D8B95C2C2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8639" y="3234599"/>
              <a:ext cx="1409700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 Box 34">
              <a:extLst>
                <a:ext uri="{FF2B5EF4-FFF2-40B4-BE49-F238E27FC236}">
                  <a16:creationId xmlns:a16="http://schemas.microsoft.com/office/drawing/2014/main" id="{C6727030-4F85-B845-B014-77B365B7F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…..</a:t>
              </a:r>
            </a:p>
          </p:txBody>
        </p:sp>
        <p:grpSp>
          <p:nvGrpSpPr>
            <p:cNvPr id="202" name="Group 37">
              <a:extLst>
                <a:ext uri="{FF2B5EF4-FFF2-40B4-BE49-F238E27FC236}">
                  <a16:creationId xmlns:a16="http://schemas.microsoft.com/office/drawing/2014/main" id="{FC6117E2-B5D0-3248-96A0-171CEAC333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id="203" name="Picture 38" descr="desktop_computer_stylized_medium">
                <a:extLst>
                  <a:ext uri="{FF2B5EF4-FFF2-40B4-BE49-F238E27FC236}">
                    <a16:creationId xmlns:a16="http://schemas.microsoft.com/office/drawing/2014/main" id="{02935161-CCBE-2A48-BC18-CA296B258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" name="Freeform 39">
                <a:extLst>
                  <a:ext uri="{FF2B5EF4-FFF2-40B4-BE49-F238E27FC236}">
                    <a16:creationId xmlns:a16="http://schemas.microsoft.com/office/drawing/2014/main" id="{5B7E3C12-D98B-2E49-A821-F85CB5D7880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Group 40">
              <a:extLst>
                <a:ext uri="{FF2B5EF4-FFF2-40B4-BE49-F238E27FC236}">
                  <a16:creationId xmlns:a16="http://schemas.microsoft.com/office/drawing/2014/main" id="{0E3BE850-C184-E14C-9842-3CBC3C7E1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id="206" name="Picture 41" descr="desktop_computer_stylized_medium">
                <a:extLst>
                  <a:ext uri="{FF2B5EF4-FFF2-40B4-BE49-F238E27FC236}">
                    <a16:creationId xmlns:a16="http://schemas.microsoft.com/office/drawing/2014/main" id="{34A00C7E-9612-B241-9898-B49B514E66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Freeform 42">
                <a:extLst>
                  <a:ext uri="{FF2B5EF4-FFF2-40B4-BE49-F238E27FC236}">
                    <a16:creationId xmlns:a16="http://schemas.microsoft.com/office/drawing/2014/main" id="{02AA78CC-14BC-8743-BD3C-4017C62F7EA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B3A0818-19B8-9E49-8541-BB1E767B23AC}"/>
                </a:ext>
              </a:extLst>
            </p:cNvPr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CF8F931D-76DE-FE49-9C97-0EB9F8B3CE9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9BACE013-EB36-8F4C-858D-8A49A2D9AB1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CAA52B1D-D65D-CA48-9107-33F16F5843B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AA4C5BCE-82B8-0048-8448-58CACF31A5B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58CE4538-1F7C-F447-B65D-F903F168741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214">
                  <a:extLst>
                    <a:ext uri="{FF2B5EF4-FFF2-40B4-BE49-F238E27FC236}">
                      <a16:creationId xmlns:a16="http://schemas.microsoft.com/office/drawing/2014/main" id="{BD10D606-81D5-2A4F-98EC-DD366D0D485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91356B23-1026-5749-BCDE-A884E53177D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8C03B010-69E6-1B42-A828-F93C63189906}"/>
              </a:ext>
            </a:extLst>
          </p:cNvPr>
          <p:cNvSpPr txBox="1">
            <a:spLocks noChangeArrowheads="1"/>
          </p:cNvSpPr>
          <p:nvPr/>
        </p:nvSpPr>
        <p:spPr>
          <a:xfrm>
            <a:off x="656763" y="885650"/>
            <a:ext cx="11025917" cy="243599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lvl="0" indent="-231775">
              <a:tabLst>
                <a:tab pos="566738" algn="l"/>
              </a:tabLst>
              <a:defRPr/>
            </a:pPr>
            <a:r>
              <a:rPr kumimoji="0" lang="en-US" altLang="en-US" sz="2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circuit-switching</a:t>
            </a:r>
            <a:r>
              <a:rPr kumimoji="0" lang="en-US" alt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:</a:t>
            </a: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6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	</a:t>
            </a:r>
            <a:r>
              <a:rPr lang="en-US" altLang="en-US" sz="2600" b="1" dirty="0">
                <a:solidFill>
                  <a:prstClr val="black"/>
                </a:solidFill>
                <a:ea typeface="ＭＳ Ｐゴシック" panose="020B0600070205080204" pitchFamily="34" charset="-128"/>
              </a:rPr>
              <a:t>Path of </a:t>
            </a:r>
            <a:r>
              <a:rPr lang="en-US" altLang="en-US" sz="2600" b="1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Data </a:t>
            </a:r>
            <a:r>
              <a:rPr lang="en-US" altLang="en-US" sz="260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- Sequential </a:t>
            </a:r>
            <a:r>
              <a:rPr lang="en-US" altLang="en-US" sz="26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along one fixed </a:t>
            </a:r>
            <a:r>
              <a:rPr lang="en-US" altLang="en-US" sz="2600" dirty="0" smtClean="0">
                <a:solidFill>
                  <a:prstClr val="black"/>
                </a:solidFill>
                <a:ea typeface="ＭＳ Ｐゴシック" panose="020B0600070205080204" pitchFamily="34" charset="-128"/>
              </a:rPr>
              <a:t>path</a:t>
            </a:r>
          </a:p>
          <a:p>
            <a:pPr marL="0" lvl="0" indent="0">
              <a:buNone/>
              <a:tabLst>
                <a:tab pos="566738" algn="l"/>
              </a:tabLst>
              <a:defRPr/>
            </a:pP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				</a:t>
            </a:r>
            <a:r>
              <a:rPr lang="en-US" altLang="en-US" sz="2600" b="1" dirty="0" smtClean="0">
                <a:solidFill>
                  <a:prstClr val="black"/>
                </a:solidFill>
                <a:ea typeface="Arial" panose="020B0604020202020204" pitchFamily="34" charset="0"/>
              </a:rPr>
              <a:t>Bandwidth Use 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– Fixed guaranteed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bandwidth</a:t>
            </a:r>
            <a:endParaRPr lang="en-US" altLang="en-US" sz="2600" dirty="0" smtClean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marL="0" lvl="0" indent="0">
              <a:buNone/>
              <a:tabLst>
                <a:tab pos="566738" algn="l"/>
              </a:tabLst>
              <a:defRPr/>
            </a:pP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			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	</a:t>
            </a:r>
            <a:r>
              <a:rPr lang="en-US" altLang="en-US" sz="2600" b="1" dirty="0" smtClean="0">
                <a:solidFill>
                  <a:prstClr val="black"/>
                </a:solidFill>
                <a:ea typeface="Arial" panose="020B0604020202020204" pitchFamily="34" charset="0"/>
              </a:rPr>
              <a:t>Latency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-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 Low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and predictable</a:t>
            </a:r>
            <a:endParaRPr lang="en-US" altLang="en-US" sz="2600" dirty="0" smtClean="0">
              <a:solidFill>
                <a:prstClr val="black"/>
              </a:solidFill>
              <a:ea typeface="Arial" panose="020B0604020202020204" pitchFamily="34" charset="0"/>
            </a:endParaRPr>
          </a:p>
          <a:p>
            <a:pPr marL="231775" indent="-231775">
              <a:tabLst>
                <a:tab pos="566738" algn="l"/>
              </a:tabLst>
              <a:defRPr/>
            </a:pPr>
            <a:r>
              <a:rPr lang="en-US" altLang="en-US" sz="2600" i="1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packet-switching: 	</a:t>
            </a:r>
            <a:r>
              <a:rPr lang="en-US" altLang="en-US" sz="2600" b="1" dirty="0">
                <a:solidFill>
                  <a:prstClr val="black"/>
                </a:solidFill>
                <a:ea typeface="Arial" panose="020B0604020202020204" pitchFamily="34" charset="0"/>
              </a:rPr>
              <a:t>Path of Data 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- Independent paths; may arrive out of order</a:t>
            </a:r>
          </a:p>
          <a:p>
            <a:pPr marL="0" lvl="0" indent="0">
              <a:buNone/>
              <a:tabLst>
                <a:tab pos="566738" algn="l"/>
              </a:tabLst>
              <a:defRPr/>
            </a:pP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				</a:t>
            </a:r>
            <a:r>
              <a:rPr lang="en-US" altLang="en-US" sz="2600" b="1" dirty="0" smtClean="0">
                <a:solidFill>
                  <a:prstClr val="black"/>
                </a:solidFill>
                <a:ea typeface="Arial" panose="020B0604020202020204" pitchFamily="34" charset="0"/>
              </a:rPr>
              <a:t>Bandwidth </a:t>
            </a:r>
            <a:r>
              <a:rPr lang="en-US" altLang="en-US" sz="2600" b="1" dirty="0">
                <a:solidFill>
                  <a:prstClr val="black"/>
                </a:solidFill>
                <a:ea typeface="Arial" panose="020B0604020202020204" pitchFamily="34" charset="0"/>
              </a:rPr>
              <a:t>Use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-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Dynamic and 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shared</a:t>
            </a:r>
          </a:p>
          <a:p>
            <a:pPr marL="0" lvl="0" indent="0">
              <a:buNone/>
              <a:tabLst>
                <a:tab pos="566738" algn="l"/>
              </a:tabLst>
              <a:defRPr/>
            </a:pP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				</a:t>
            </a:r>
            <a:r>
              <a:rPr lang="en-US" altLang="en-US" sz="2600" b="1" dirty="0" smtClean="0">
                <a:solidFill>
                  <a:prstClr val="black"/>
                </a:solidFill>
                <a:ea typeface="Arial" panose="020B0604020202020204" pitchFamily="34" charset="0"/>
              </a:rPr>
              <a:t>Latency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-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Variable 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,depends </a:t>
            </a:r>
            <a:r>
              <a:rPr lang="en-US" altLang="en-US" sz="2600" dirty="0">
                <a:solidFill>
                  <a:prstClr val="black"/>
                </a:solidFill>
                <a:ea typeface="Arial" panose="020B0604020202020204" pitchFamily="34" charset="0"/>
              </a:rPr>
              <a:t>on network </a:t>
            </a:r>
            <a:r>
              <a:rPr lang="en-US" altLang="en-US" sz="2600" dirty="0" smtClean="0">
                <a:solidFill>
                  <a:prstClr val="black"/>
                </a:solidFill>
                <a:ea typeface="Arial" panose="020B0604020202020204" pitchFamily="34" charset="0"/>
              </a:rPr>
              <a:t>congestion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68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336191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ja-JP" sz="4000" dirty="0" smtClean="0">
                <a:solidFill>
                  <a:srgbClr val="FF0000"/>
                </a:solidFill>
              </a:rPr>
              <a:t>queueing delay </a:t>
            </a:r>
            <a:r>
              <a:rPr lang="he-IL" altLang="en-US" sz="4000" dirty="0" smtClean="0">
                <a:ea typeface="ＭＳ Ｐゴシック" panose="020B0600070205080204" pitchFamily="34" charset="-128"/>
              </a:rPr>
              <a:t> </a:t>
            </a:r>
            <a:r>
              <a:rPr lang="he-IL" altLang="en-US" sz="3600" dirty="0" smtClean="0">
                <a:ea typeface="ＭＳ Ｐゴシック" panose="020B0600070205080204" pitchFamily="34" charset="-128"/>
                <a:cs typeface="+mn-cs"/>
              </a:rPr>
              <a:t>עִקוב </a:t>
            </a:r>
            <a:r>
              <a:rPr lang="he-IL" altLang="en-US" sz="3600" dirty="0">
                <a:ea typeface="ＭＳ Ｐゴシック" panose="020B0600070205080204" pitchFamily="34" charset="-128"/>
                <a:cs typeface="+mn-cs"/>
              </a:rPr>
              <a:t>במשלוח המנה </a:t>
            </a:r>
            <a:r>
              <a:rPr lang="he-IL" altLang="en-US" sz="3600" dirty="0">
                <a:ea typeface="ＭＳ Ｐゴシック" panose="020B0600070205080204" pitchFamily="34" charset="-128"/>
                <a:cs typeface="+mn-cs"/>
              </a:rPr>
              <a:t>-</a:t>
            </a:r>
            <a:r>
              <a:rPr lang="en-US" altLang="en-US" sz="3600" dirty="0">
                <a:ea typeface="ＭＳ Ｐゴシック" panose="020B0600070205080204" pitchFamily="34" charset="-128"/>
                <a:cs typeface="+mn-cs"/>
              </a:rPr>
              <a:t> </a:t>
            </a:r>
            <a:endParaRPr lang="en-US" sz="3600" dirty="0"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75" name="Group 105">
            <a:extLst>
              <a:ext uri="{FF2B5EF4-FFF2-40B4-BE49-F238E27FC236}">
                <a16:creationId xmlns:a16="http://schemas.microsoft.com/office/drawing/2014/main" id="{F34E87DA-3B8D-6640-B193-5B62D7B3EF48}"/>
              </a:ext>
            </a:extLst>
          </p:cNvPr>
          <p:cNvGrpSpPr>
            <a:grpSpLocks/>
          </p:cNvGrpSpPr>
          <p:nvPr/>
        </p:nvGrpSpPr>
        <p:grpSpPr bwMode="auto">
          <a:xfrm>
            <a:off x="8285339" y="4428524"/>
            <a:ext cx="779462" cy="679450"/>
            <a:chOff x="-44" y="1473"/>
            <a:chExt cx="981" cy="1105"/>
          </a:xfrm>
        </p:grpSpPr>
        <p:pic>
          <p:nvPicPr>
            <p:cNvPr id="276" name="Picture 106" descr="desktop_computer_stylized_medium">
              <a:extLst>
                <a:ext uri="{FF2B5EF4-FFF2-40B4-BE49-F238E27FC236}">
                  <a16:creationId xmlns:a16="http://schemas.microsoft.com/office/drawing/2014/main" id="{E88711D7-A9FD-F746-A832-BB5DB88FF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7" name="Freeform 107">
              <a:extLst>
                <a:ext uri="{FF2B5EF4-FFF2-40B4-BE49-F238E27FC236}">
                  <a16:creationId xmlns:a16="http://schemas.microsoft.com/office/drawing/2014/main" id="{EFDDE8B0-B296-DF47-AC1D-13986353D8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279" name="Line 276">
            <a:extLst>
              <a:ext uri="{FF2B5EF4-FFF2-40B4-BE49-F238E27FC236}">
                <a16:creationId xmlns:a16="http://schemas.microsoft.com/office/drawing/2014/main" id="{9DC8420F-6FED-9E4A-9003-4D53AC5D0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755" y="4040324"/>
            <a:ext cx="984459" cy="4310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0" name="Line 277">
            <a:extLst>
              <a:ext uri="{FF2B5EF4-FFF2-40B4-BE49-F238E27FC236}">
                <a16:creationId xmlns:a16="http://schemas.microsoft.com/office/drawing/2014/main" id="{825EEE7A-C48E-7E45-9D02-0472E54320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6138" y="4599225"/>
            <a:ext cx="722173" cy="47699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1" name="Line 278">
            <a:extLst>
              <a:ext uri="{FF2B5EF4-FFF2-40B4-BE49-F238E27FC236}">
                <a16:creationId xmlns:a16="http://schemas.microsoft.com/office/drawing/2014/main" id="{7472BE77-3691-A64A-9D97-5E6D5271B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176" y="4512662"/>
            <a:ext cx="2287168" cy="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2" name="Line 279">
            <a:extLst>
              <a:ext uri="{FF2B5EF4-FFF2-40B4-BE49-F238E27FC236}">
                <a16:creationId xmlns:a16="http://schemas.microsoft.com/office/drawing/2014/main" id="{FEAD7E75-DCE4-5348-BE6B-AF5B7F022A3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14551" y="4695224"/>
            <a:ext cx="9525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3" name="Line 280">
            <a:extLst>
              <a:ext uri="{FF2B5EF4-FFF2-40B4-BE49-F238E27FC236}">
                <a16:creationId xmlns:a16="http://schemas.microsoft.com/office/drawing/2014/main" id="{2831F7A9-2F0F-8643-AA95-303E1AF9A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33926" y="4144362"/>
            <a:ext cx="604838" cy="3079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4" name="Rectangle 287">
            <a:extLst>
              <a:ext uri="{FF2B5EF4-FFF2-40B4-BE49-F238E27FC236}">
                <a16:creationId xmlns:a16="http://schemas.microsoft.com/office/drawing/2014/main" id="{8B0A5911-8670-7545-8347-3C226F681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614" y="4299937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5" name="Rectangle 288">
            <a:extLst>
              <a:ext uri="{FF2B5EF4-FFF2-40B4-BE49-F238E27FC236}">
                <a16:creationId xmlns:a16="http://schemas.microsoft.com/office/drawing/2014/main" id="{D262208C-E5D3-224C-B1CE-C8701D3CC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539" y="4299937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6" name="Rectangle 289">
            <a:extLst>
              <a:ext uri="{FF2B5EF4-FFF2-40B4-BE49-F238E27FC236}">
                <a16:creationId xmlns:a16="http://schemas.microsoft.com/office/drawing/2014/main" id="{39F5499D-2B7E-A343-AE94-288D88B72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464" y="4299937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7" name="Rectangle 290">
            <a:extLst>
              <a:ext uri="{FF2B5EF4-FFF2-40B4-BE49-F238E27FC236}">
                <a16:creationId xmlns:a16="http://schemas.microsoft.com/office/drawing/2014/main" id="{2B5D01EF-066C-1A48-8E4C-1E80A58E1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7389" y="4299937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8" name="Rectangle 291">
            <a:extLst>
              <a:ext uri="{FF2B5EF4-FFF2-40B4-BE49-F238E27FC236}">
                <a16:creationId xmlns:a16="http://schemas.microsoft.com/office/drawing/2014/main" id="{019B14E7-A111-8B45-B672-89473571D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314" y="4299937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89" name="Rectangle 292">
            <a:extLst>
              <a:ext uri="{FF2B5EF4-FFF2-40B4-BE49-F238E27FC236}">
                <a16:creationId xmlns:a16="http://schemas.microsoft.com/office/drawing/2014/main" id="{D4848F26-5AA5-CB46-A9C1-6020BE7C2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789" y="4299937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90" name="Rectangle 293">
            <a:extLst>
              <a:ext uri="{FF2B5EF4-FFF2-40B4-BE49-F238E27FC236}">
                <a16:creationId xmlns:a16="http://schemas.microsoft.com/office/drawing/2014/main" id="{58A10118-20F6-D346-ACBE-1C600CE90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114" y="4295174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97" name="Rectangle 299">
            <a:extLst>
              <a:ext uri="{FF2B5EF4-FFF2-40B4-BE49-F238E27FC236}">
                <a16:creationId xmlns:a16="http://schemas.microsoft.com/office/drawing/2014/main" id="{D17E1878-497E-2A43-A481-55CB4F917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728" y="4757110"/>
            <a:ext cx="147637" cy="200025"/>
          </a:xfrm>
          <a:prstGeom prst="rect">
            <a:avLst/>
          </a:prstGeom>
          <a:solidFill>
            <a:srgbClr val="3333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0" name="Line 302">
            <a:extLst>
              <a:ext uri="{FF2B5EF4-FFF2-40B4-BE49-F238E27FC236}">
                <a16:creationId xmlns:a16="http://schemas.microsoft.com/office/drawing/2014/main" id="{939ADA0D-1455-884D-9357-27B446CF8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2614" y="4190399"/>
            <a:ext cx="10620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1" name="Text Box 303">
            <a:extLst>
              <a:ext uri="{FF2B5EF4-FFF2-40B4-BE49-F238E27FC236}">
                <a16:creationId xmlns:a16="http://schemas.microsoft.com/office/drawing/2014/main" id="{D05EF651-36F2-F84C-8F83-221121AD9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543" y="3772834"/>
            <a:ext cx="3337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A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2" name="Text Box 304">
            <a:extLst>
              <a:ext uri="{FF2B5EF4-FFF2-40B4-BE49-F238E27FC236}">
                <a16:creationId xmlns:a16="http://schemas.microsoft.com/office/drawing/2014/main" id="{6A48403E-84A6-DD47-B81F-166DA1F57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771" y="4722056"/>
            <a:ext cx="3241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B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3" name="Text Box 305">
            <a:extLst>
              <a:ext uri="{FF2B5EF4-FFF2-40B4-BE49-F238E27FC236}">
                <a16:creationId xmlns:a16="http://schemas.microsoft.com/office/drawing/2014/main" id="{1E849109-85A5-E14E-B580-0CB3D572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4429" y="3706446"/>
            <a:ext cx="3209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C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4" name="Text Box 308">
            <a:extLst>
              <a:ext uri="{FF2B5EF4-FFF2-40B4-BE49-F238E27FC236}">
                <a16:creationId xmlns:a16="http://schemas.microsoft.com/office/drawing/2014/main" id="{7F01473B-D3BF-EB40-A40F-58D06873F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664" y="3573016"/>
            <a:ext cx="15647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= 100 Mb/s</a:t>
            </a:r>
          </a:p>
        </p:txBody>
      </p:sp>
      <p:sp>
        <p:nvSpPr>
          <p:cNvPr id="305" name="Text Box 309">
            <a:extLst>
              <a:ext uri="{FF2B5EF4-FFF2-40B4-BE49-F238E27FC236}">
                <a16:creationId xmlns:a16="http://schemas.microsoft.com/office/drawing/2014/main" id="{15B8B92D-43FD-C448-829C-72D56B8EC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851" y="4610224"/>
            <a:ext cx="14990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= 1.5 Mb/s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6" name="Text Box 310">
            <a:extLst>
              <a:ext uri="{FF2B5EF4-FFF2-40B4-BE49-F238E27FC236}">
                <a16:creationId xmlns:a16="http://schemas.microsoft.com/office/drawing/2014/main" id="{1705A15E-2327-1946-A5A8-72CDB556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8151" y="5107974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7" name="Line 281">
            <a:extLst>
              <a:ext uri="{FF2B5EF4-FFF2-40B4-BE49-F238E27FC236}">
                <a16:creationId xmlns:a16="http://schemas.microsoft.com/office/drawing/2014/main" id="{C1196941-D337-794E-85EA-09EE18FB91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83739" y="5260374"/>
            <a:ext cx="984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8" name="Line 283">
            <a:extLst>
              <a:ext uri="{FF2B5EF4-FFF2-40B4-BE49-F238E27FC236}">
                <a16:creationId xmlns:a16="http://schemas.microsoft.com/office/drawing/2014/main" id="{9D4A7DBD-56CD-A443-A44E-AA1C429AE9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3338" y="4963513"/>
            <a:ext cx="950175" cy="168376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09" name="Text Box 306">
            <a:extLst>
              <a:ext uri="{FF2B5EF4-FFF2-40B4-BE49-F238E27FC236}">
                <a16:creationId xmlns:a16="http://schemas.microsoft.com/office/drawing/2014/main" id="{2C51061A-E4E4-454A-BDD2-1E2F2AB72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8815" y="4477486"/>
            <a:ext cx="4048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D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10" name="Text Box 307">
            <a:extLst>
              <a:ext uri="{FF2B5EF4-FFF2-40B4-BE49-F238E27FC236}">
                <a16:creationId xmlns:a16="http://schemas.microsoft.com/office/drawing/2014/main" id="{63A27B73-528E-984E-8E80-1DB712E57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4980" y="4860264"/>
            <a:ext cx="3097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A8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11" name="Text Box 330">
            <a:extLst>
              <a:ext uri="{FF2B5EF4-FFF2-40B4-BE49-F238E27FC236}">
                <a16:creationId xmlns:a16="http://schemas.microsoft.com/office/drawing/2014/main" id="{556DA9AA-BD66-E340-BB5A-0B5515A57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8330" y="5257507"/>
            <a:ext cx="2686586" cy="1350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queue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of packets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waiting for transmission over output link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pic>
        <p:nvPicPr>
          <p:cNvPr id="314" name="Picture 97" descr="desktop_computer_stylized_medium">
            <a:extLst>
              <a:ext uri="{FF2B5EF4-FFF2-40B4-BE49-F238E27FC236}">
                <a16:creationId xmlns:a16="http://schemas.microsoft.com/office/drawing/2014/main" id="{573AA0F8-1799-5C42-906E-2606A92AB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315351" y="3764949"/>
            <a:ext cx="779463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5" name="Freeform 98">
            <a:extLst>
              <a:ext uri="{FF2B5EF4-FFF2-40B4-BE49-F238E27FC236}">
                <a16:creationId xmlns:a16="http://schemas.microsoft.com/office/drawing/2014/main" id="{7CBCC3B7-DD4B-854D-83B4-6C036898D2DC}"/>
              </a:ext>
            </a:extLst>
          </p:cNvPr>
          <p:cNvSpPr>
            <a:spLocks/>
          </p:cNvSpPr>
          <p:nvPr/>
        </p:nvSpPr>
        <p:spPr bwMode="auto">
          <a:xfrm flipH="1">
            <a:off x="2647477" y="3830127"/>
            <a:ext cx="379005" cy="311133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316" name="Group 99">
            <a:extLst>
              <a:ext uri="{FF2B5EF4-FFF2-40B4-BE49-F238E27FC236}">
                <a16:creationId xmlns:a16="http://schemas.microsoft.com/office/drawing/2014/main" id="{4E03F72D-983A-8649-8AB9-3BB8E480797F}"/>
              </a:ext>
            </a:extLst>
          </p:cNvPr>
          <p:cNvGrpSpPr>
            <a:grpSpLocks/>
          </p:cNvGrpSpPr>
          <p:nvPr/>
        </p:nvGrpSpPr>
        <p:grpSpPr bwMode="auto">
          <a:xfrm>
            <a:off x="2606851" y="4739674"/>
            <a:ext cx="779463" cy="679450"/>
            <a:chOff x="-44" y="1473"/>
            <a:chExt cx="981" cy="1105"/>
          </a:xfrm>
        </p:grpSpPr>
        <p:pic>
          <p:nvPicPr>
            <p:cNvPr id="317" name="Picture 100" descr="desktop_computer_stylized_medium">
              <a:extLst>
                <a:ext uri="{FF2B5EF4-FFF2-40B4-BE49-F238E27FC236}">
                  <a16:creationId xmlns:a16="http://schemas.microsoft.com/office/drawing/2014/main" id="{2EB37FAA-6E06-BE4D-94EC-382407D76A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8" name="Freeform 101">
              <a:extLst>
                <a:ext uri="{FF2B5EF4-FFF2-40B4-BE49-F238E27FC236}">
                  <a16:creationId xmlns:a16="http://schemas.microsoft.com/office/drawing/2014/main" id="{6052CE21-5D5E-E843-9F98-90FE298E99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319" name="Group 102">
            <a:extLst>
              <a:ext uri="{FF2B5EF4-FFF2-40B4-BE49-F238E27FC236}">
                <a16:creationId xmlns:a16="http://schemas.microsoft.com/office/drawing/2014/main" id="{91946ED8-FFCF-5942-80E3-8AA8455B4015}"/>
              </a:ext>
            </a:extLst>
          </p:cNvPr>
          <p:cNvGrpSpPr>
            <a:grpSpLocks/>
          </p:cNvGrpSpPr>
          <p:nvPr/>
        </p:nvGrpSpPr>
        <p:grpSpPr bwMode="auto">
          <a:xfrm>
            <a:off x="9002889" y="4799999"/>
            <a:ext cx="779462" cy="679450"/>
            <a:chOff x="-44" y="1473"/>
            <a:chExt cx="981" cy="1105"/>
          </a:xfrm>
        </p:grpSpPr>
        <p:pic>
          <p:nvPicPr>
            <p:cNvPr id="320" name="Picture 103" descr="desktop_computer_stylized_medium">
              <a:extLst>
                <a:ext uri="{FF2B5EF4-FFF2-40B4-BE49-F238E27FC236}">
                  <a16:creationId xmlns:a16="http://schemas.microsoft.com/office/drawing/2014/main" id="{3CF40F07-212C-C840-8691-1733E56132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1" name="Freeform 104">
              <a:extLst>
                <a:ext uri="{FF2B5EF4-FFF2-40B4-BE49-F238E27FC236}">
                  <a16:creationId xmlns:a16="http://schemas.microsoft.com/office/drawing/2014/main" id="{E68BC373-85F3-BA4A-8434-3111094EB6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322" name="Group 108">
            <a:extLst>
              <a:ext uri="{FF2B5EF4-FFF2-40B4-BE49-F238E27FC236}">
                <a16:creationId xmlns:a16="http://schemas.microsoft.com/office/drawing/2014/main" id="{01317188-C1E0-694E-B45B-7319D79BCFE9}"/>
              </a:ext>
            </a:extLst>
          </p:cNvPr>
          <p:cNvGrpSpPr>
            <a:grpSpLocks/>
          </p:cNvGrpSpPr>
          <p:nvPr/>
        </p:nvGrpSpPr>
        <p:grpSpPr bwMode="auto">
          <a:xfrm>
            <a:off x="8367889" y="3607787"/>
            <a:ext cx="779462" cy="679450"/>
            <a:chOff x="-44" y="1473"/>
            <a:chExt cx="981" cy="1105"/>
          </a:xfrm>
        </p:grpSpPr>
        <p:pic>
          <p:nvPicPr>
            <p:cNvPr id="323" name="Picture 109" descr="desktop_computer_stylized_medium">
              <a:extLst>
                <a:ext uri="{FF2B5EF4-FFF2-40B4-BE49-F238E27FC236}">
                  <a16:creationId xmlns:a16="http://schemas.microsoft.com/office/drawing/2014/main" id="{92B110BF-10E7-BC42-AB4B-3F1A6E6A2E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4" name="Freeform 110">
              <a:extLst>
                <a:ext uri="{FF2B5EF4-FFF2-40B4-BE49-F238E27FC236}">
                  <a16:creationId xmlns:a16="http://schemas.microsoft.com/office/drawing/2014/main" id="{D02F4F44-52FE-0E4D-BB82-E10F3BD04F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73AE6D5-68CD-C54F-A308-AF4429F3910C}"/>
              </a:ext>
            </a:extLst>
          </p:cNvPr>
          <p:cNvGrpSpPr/>
          <p:nvPr/>
        </p:nvGrpSpPr>
        <p:grpSpPr>
          <a:xfrm>
            <a:off x="7044382" y="4272484"/>
            <a:ext cx="1146494" cy="498545"/>
            <a:chOff x="7493876" y="2774731"/>
            <a:chExt cx="1481958" cy="894622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380275CA-D809-AA4B-A952-7CDB1B77284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A3E1C485-6E19-F047-AE7B-D9818E2BF9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F5E9CBAD-D03E-9341-8E23-F1280791A28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BE6F6BF5-D1B7-EA4E-8FDF-D0B255FC04D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FB7D27E2-CCF6-BC41-86BA-9A4294537E6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AEB1EF04-B0B9-0C45-8B5E-5032278125F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88FC3F1B-A4AF-2F41-9B06-1DE4ECEFB73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F1603ECD-AC1A-A544-88F1-56B46AC17A2C}"/>
              </a:ext>
            </a:extLst>
          </p:cNvPr>
          <p:cNvGrpSpPr/>
          <p:nvPr/>
        </p:nvGrpSpPr>
        <p:grpSpPr>
          <a:xfrm>
            <a:off x="7070311" y="4960418"/>
            <a:ext cx="1146494" cy="498545"/>
            <a:chOff x="7493876" y="2774731"/>
            <a:chExt cx="1481958" cy="894622"/>
          </a:xfrm>
        </p:grpSpPr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482C6B14-449F-4546-9144-55F5B7C715A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8C779DA2-3A8F-B145-A969-B85A812AD08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448306A3-BD95-0542-A39D-6D17237F1EB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9C8D15C0-548B-354D-8013-4AB1C8BBC99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81AE569F-4D96-D040-A279-42190FDCEE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1B1BB6FC-6713-774B-B108-5D51531F4C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04C666BA-4AE5-754E-9C1D-BACEEB8A65B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E13CF270-E1A9-ED4F-B25A-EC17F535D816}"/>
              </a:ext>
            </a:extLst>
          </p:cNvPr>
          <p:cNvGrpSpPr/>
          <p:nvPr/>
        </p:nvGrpSpPr>
        <p:grpSpPr>
          <a:xfrm>
            <a:off x="3852222" y="4250907"/>
            <a:ext cx="1146494" cy="498545"/>
            <a:chOff x="7493876" y="2774731"/>
            <a:chExt cx="1481958" cy="894622"/>
          </a:xfrm>
        </p:grpSpPr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2023D9E0-8919-9D4B-BC48-DA036377D2C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417CADA6-FA0C-E84F-BD88-1D16598563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F3AA78D0-F9B2-9B49-AA7F-C6A3571E9FE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9798E1A6-8D5A-F24F-86B5-1ABF5E8BE74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3DE951C7-D515-2E44-A79A-46E790AD0E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8349890D-9571-1549-B9B7-691508C0B6B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D2E3F4C2-6014-744D-BEF5-FDB1AA1491B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78" name="Line 230">
            <a:extLst>
              <a:ext uri="{FF2B5EF4-FFF2-40B4-BE49-F238E27FC236}">
                <a16:creationId xmlns:a16="http://schemas.microsoft.com/office/drawing/2014/main" id="{C1EC7F8A-99F7-DE4B-A308-44C9696C6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8101" y="4417412"/>
            <a:ext cx="0" cy="228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291" name="Group 311">
            <a:extLst>
              <a:ext uri="{FF2B5EF4-FFF2-40B4-BE49-F238E27FC236}">
                <a16:creationId xmlns:a16="http://schemas.microsoft.com/office/drawing/2014/main" id="{A06ACF3F-B97A-A64E-BD1F-CFA2CE8DE324}"/>
              </a:ext>
            </a:extLst>
          </p:cNvPr>
          <p:cNvGrpSpPr>
            <a:grpSpLocks/>
          </p:cNvGrpSpPr>
          <p:nvPr/>
        </p:nvGrpSpPr>
        <p:grpSpPr bwMode="auto">
          <a:xfrm>
            <a:off x="4307064" y="4376137"/>
            <a:ext cx="633412" cy="200025"/>
            <a:chOff x="1800" y="1425"/>
            <a:chExt cx="399" cy="126"/>
          </a:xfrm>
        </p:grpSpPr>
        <p:sp>
          <p:nvSpPr>
            <p:cNvPr id="292" name="Rectangle 294">
              <a:extLst>
                <a:ext uri="{FF2B5EF4-FFF2-40B4-BE49-F238E27FC236}">
                  <a16:creationId xmlns:a16="http://schemas.microsoft.com/office/drawing/2014/main" id="{5A57EA0A-4734-BD4C-B974-4D2EAE09F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93" name="Rectangle 295">
              <a:extLst>
                <a:ext uri="{FF2B5EF4-FFF2-40B4-BE49-F238E27FC236}">
                  <a16:creationId xmlns:a16="http://schemas.microsoft.com/office/drawing/2014/main" id="{515879DB-C7F1-BA40-BC8C-71A41345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94" name="Rectangle 296">
              <a:extLst>
                <a:ext uri="{FF2B5EF4-FFF2-40B4-BE49-F238E27FC236}">
                  <a16:creationId xmlns:a16="http://schemas.microsoft.com/office/drawing/2014/main" id="{6883F467-08DC-D149-9E36-9C80354D8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95" name="Rectangle 297">
              <a:extLst>
                <a:ext uri="{FF2B5EF4-FFF2-40B4-BE49-F238E27FC236}">
                  <a16:creationId xmlns:a16="http://schemas.microsoft.com/office/drawing/2014/main" id="{14CFBD96-CE00-4747-B1A0-49F377A9C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296" name="Rectangle 298">
            <a:extLst>
              <a:ext uri="{FF2B5EF4-FFF2-40B4-BE49-F238E27FC236}">
                <a16:creationId xmlns:a16="http://schemas.microsoft.com/office/drawing/2014/main" id="{DD538D2F-2895-0543-9865-E7D3D0EB0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165" y="4198450"/>
            <a:ext cx="147637" cy="200025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98" name="Line 300">
            <a:extLst>
              <a:ext uri="{FF2B5EF4-FFF2-40B4-BE49-F238E27FC236}">
                <a16:creationId xmlns:a16="http://schemas.microsoft.com/office/drawing/2014/main" id="{85E4595A-74BC-814F-A0D6-7500F4FF6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991" y="4360318"/>
            <a:ext cx="227109" cy="1141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299" name="Line 301">
            <a:extLst>
              <a:ext uri="{FF2B5EF4-FFF2-40B4-BE49-F238E27FC236}">
                <a16:creationId xmlns:a16="http://schemas.microsoft.com/office/drawing/2014/main" id="{B85E52F2-C999-9648-8987-F5FB174023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5212" y="4713844"/>
            <a:ext cx="248236" cy="15573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12" name="Line 332">
            <a:extLst>
              <a:ext uri="{FF2B5EF4-FFF2-40B4-BE49-F238E27FC236}">
                <a16:creationId xmlns:a16="http://schemas.microsoft.com/office/drawing/2014/main" id="{6FDFA112-5209-FD44-A897-DE1B6C0B42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1393" y="4628547"/>
            <a:ext cx="17133" cy="64195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88" name="Line 332">
            <a:extLst>
              <a:ext uri="{FF2B5EF4-FFF2-40B4-BE49-F238E27FC236}">
                <a16:creationId xmlns:a16="http://schemas.microsoft.com/office/drawing/2014/main" id="{6706A516-7979-2441-9F83-47F30A5B24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6214" y="3892485"/>
            <a:ext cx="0" cy="22108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389" name="Line 332">
            <a:extLst>
              <a:ext uri="{FF2B5EF4-FFF2-40B4-BE49-F238E27FC236}">
                <a16:creationId xmlns:a16="http://schemas.microsoft.com/office/drawing/2014/main" id="{6AC0CDC5-E2A6-D048-8A7B-D6287D7ECB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99251" y="4573644"/>
            <a:ext cx="0" cy="1203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59CD9-3C65-A847-821F-CB514D943AB2}"/>
              </a:ext>
            </a:extLst>
          </p:cNvPr>
          <p:cNvSpPr txBox="1"/>
          <p:nvPr/>
        </p:nvSpPr>
        <p:spPr>
          <a:xfrm>
            <a:off x="643600" y="1170681"/>
            <a:ext cx="109063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</a:rPr>
              <a:t>Queueing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 occurs when work arrives faster than it can be serviced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:</a:t>
            </a:r>
          </a:p>
          <a:p>
            <a:r>
              <a:rPr lang="en-US" altLang="en-US" sz="24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Packet queuing and loss: </a:t>
            </a:r>
            <a:r>
              <a:rPr lang="en-US" altLang="en-US" sz="2400" dirty="0">
                <a:ea typeface="ＭＳ Ｐゴシック" panose="020B0600070205080204" pitchFamily="34" charset="-128"/>
              </a:rPr>
              <a:t>if arrival rate (in bps) to link exceeds transmission rate (bps) of link for some period of time:</a:t>
            </a:r>
          </a:p>
          <a:p>
            <a:pPr marL="287338" indent="-230188"/>
            <a:r>
              <a:rPr lang="en-US" altLang="en-US" sz="2400" dirty="0">
                <a:ea typeface="ＭＳ Ｐゴシック" panose="020B0600070205080204" pitchFamily="34" charset="-128"/>
              </a:rPr>
              <a:t>packets will 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queue in output buffer, </a:t>
            </a:r>
            <a:r>
              <a:rPr lang="en-US" altLang="en-US" sz="2400" dirty="0">
                <a:ea typeface="ＭＳ Ｐゴシック" panose="020B0600070205080204" pitchFamily="34" charset="-128"/>
              </a:rPr>
              <a:t>waiting to be transmitted on output link </a:t>
            </a:r>
          </a:p>
          <a:p>
            <a:pPr marL="287338" indent="-230188"/>
            <a:r>
              <a:rPr lang="en-US" altLang="en-US" sz="2400" dirty="0">
                <a:ea typeface="ＭＳ Ｐゴシック" panose="020B0600070205080204" pitchFamily="34" charset="-128"/>
              </a:rPr>
              <a:t>packets can be dropped (lost) if memory (buffer) in router fills 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up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3158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ine 26">
            <a:extLst>
              <a:ext uri="{FF2B5EF4-FFF2-40B4-BE49-F238E27FC236}">
                <a16:creationId xmlns:a16="http://schemas.microsoft.com/office/drawing/2014/main" id="{792C422C-E0B3-284D-90D1-78EE41CE1B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9371" y="4596717"/>
            <a:ext cx="1933575" cy="95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FCCB386-E080-BE4D-86AE-B67CDC4394C0}"/>
              </a:ext>
            </a:extLst>
          </p:cNvPr>
          <p:cNvGrpSpPr/>
          <p:nvPr/>
        </p:nvGrpSpPr>
        <p:grpSpPr>
          <a:xfrm>
            <a:off x="4584883" y="4186185"/>
            <a:ext cx="1511352" cy="863670"/>
            <a:chOff x="7493876" y="2774731"/>
            <a:chExt cx="1481958" cy="894622"/>
          </a:xfrm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9DD18B2-282C-6549-A49E-60E3E19F2A6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1031821-CCEB-7F4A-B58F-080033E04E6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6105421-33A8-6C4D-8961-627026B91B4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8952442E-1885-3E49-AB68-416A3E2001F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E05D2B3E-D3BE-6540-9837-84ECB6B5E38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C4191C4F-5CEE-5B4B-881D-8241D7AE9EA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0AD58D69-0B48-324F-A1A4-01181A17EF6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 smtClean="0">
                <a:ea typeface="ＭＳ Ｐゴシック" panose="020B0600070205080204" pitchFamily="34" charset="-128"/>
              </a:rPr>
              <a:t>packet </a:t>
            </a:r>
            <a:r>
              <a:rPr lang="en-US" altLang="en-US" sz="4000" dirty="0">
                <a:ea typeface="ＭＳ Ｐゴシック" panose="020B0600070205080204" pitchFamily="34" charset="-128"/>
              </a:rPr>
              <a:t>delay </a:t>
            </a:r>
            <a:r>
              <a:rPr lang="en-US" altLang="en-US" sz="4000" dirty="0" smtClean="0">
                <a:ea typeface="ＭＳ Ｐゴシック" panose="020B0600070205080204" pitchFamily="34" charset="-128"/>
              </a:rPr>
              <a:t>may cause packet loss</a:t>
            </a:r>
            <a:endParaRPr lang="en-US" sz="4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4527315-9237-DF4C-A233-1FDCF6AF614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25266" y="1253331"/>
            <a:ext cx="11137549" cy="4351338"/>
          </a:xfrm>
        </p:spPr>
        <p:txBody>
          <a:bodyPr/>
          <a:lstStyle/>
          <a:p>
            <a:pPr marL="514350" indent="-457200">
              <a:defRPr/>
            </a:pPr>
            <a:r>
              <a:rPr lang="en-US" dirty="0"/>
              <a:t>packets </a:t>
            </a:r>
            <a:r>
              <a:rPr lang="en-US" i="1" dirty="0">
                <a:solidFill>
                  <a:srgbClr val="C00000"/>
                </a:solidFill>
              </a:rPr>
              <a:t>queue</a:t>
            </a:r>
            <a:r>
              <a:rPr lang="en-US" dirty="0"/>
              <a:t> in router buffers, waiting for turn for transmission</a:t>
            </a:r>
          </a:p>
          <a:p>
            <a:pPr marL="750888" lvl="1" indent="-277813">
              <a:buFont typeface="Wingdings" charset="2"/>
              <a:buChar char="§"/>
              <a:defRPr/>
            </a:pPr>
            <a:r>
              <a:rPr lang="en-US" dirty="0"/>
              <a:t>queue length grows when arrival rate to link (temporarily) exceeds output link capacity </a:t>
            </a:r>
          </a:p>
          <a:p>
            <a:pPr marL="407988" indent="-277813" eaLnBrk="1" hangingPunct="1">
              <a:buFont typeface="Wingdings" charset="2"/>
              <a:buChar char="§"/>
              <a:defRPr/>
            </a:pPr>
            <a:r>
              <a:rPr lang="en-US" dirty="0"/>
              <a:t>packet </a:t>
            </a:r>
            <a:r>
              <a:rPr lang="en-US" i="1" dirty="0">
                <a:solidFill>
                  <a:srgbClr val="CC0000"/>
                </a:solidFill>
              </a:rPr>
              <a:t>loss</a:t>
            </a:r>
            <a:r>
              <a:rPr lang="en-US" dirty="0">
                <a:solidFill>
                  <a:srgbClr val="CC0000"/>
                </a:solidFill>
              </a:rPr>
              <a:t> </a:t>
            </a:r>
            <a:r>
              <a:rPr lang="en-US" dirty="0"/>
              <a:t>occurs when memory to hold queued packets fills up</a:t>
            </a:r>
          </a:p>
        </p:txBody>
      </p:sp>
      <p:sp>
        <p:nvSpPr>
          <p:cNvPr id="8" name="Line 24">
            <a:extLst>
              <a:ext uri="{FF2B5EF4-FFF2-40B4-BE49-F238E27FC236}">
                <a16:creationId xmlns:a16="http://schemas.microsoft.com/office/drawing/2014/main" id="{98D5C74F-DBE1-C34C-8A85-F480C540B7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5321" y="4177617"/>
            <a:ext cx="741362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D9614611-AD9E-6646-B638-622773F00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996" y="4468129"/>
            <a:ext cx="147637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" name="Rectangle 31">
            <a:extLst>
              <a:ext uri="{FF2B5EF4-FFF2-40B4-BE49-F238E27FC236}">
                <a16:creationId xmlns:a16="http://schemas.microsoft.com/office/drawing/2014/main" id="{A39734E3-ED9A-EC49-B73C-34CBE5CBF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1571" y="4468129"/>
            <a:ext cx="147637" cy="20002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2" name="Rectangle 38">
            <a:extLst>
              <a:ext uri="{FF2B5EF4-FFF2-40B4-BE49-F238E27FC236}">
                <a16:creationId xmlns:a16="http://schemas.microsoft.com/office/drawing/2014/main" id="{3AF0224D-49F6-7745-96F9-78A841403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6508" y="4406217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3" name="Line 25">
            <a:extLst>
              <a:ext uri="{FF2B5EF4-FFF2-40B4-BE49-F238E27FC236}">
                <a16:creationId xmlns:a16="http://schemas.microsoft.com/office/drawing/2014/main" id="{58B9B601-E851-654F-AA2B-143A70BEF3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3733" y="4717367"/>
            <a:ext cx="735013" cy="550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647088DD-46B7-8A40-B3C8-FF97968F5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3483" y="4368117"/>
            <a:ext cx="147638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Line 33">
            <a:extLst>
              <a:ext uri="{FF2B5EF4-FFF2-40B4-BE49-F238E27FC236}">
                <a16:creationId xmlns:a16="http://schemas.microsoft.com/office/drawing/2014/main" id="{77696821-8A04-3945-AF9E-0065C2861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4271" y="4304617"/>
            <a:ext cx="211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Box 36">
            <a:extLst>
              <a:ext uri="{FF2B5EF4-FFF2-40B4-BE49-F238E27FC236}">
                <a16:creationId xmlns:a16="http://schemas.microsoft.com/office/drawing/2014/main" id="{B6154A2C-EC19-F34F-ACCE-9E5D93782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677" y="3861704"/>
            <a:ext cx="393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id="{995F56C7-414D-8A48-884F-85A203498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654" y="4814204"/>
            <a:ext cx="3802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</a:t>
            </a:r>
          </a:p>
        </p:txBody>
      </p:sp>
      <p:grpSp>
        <p:nvGrpSpPr>
          <p:cNvPr id="28" name="Group 66">
            <a:extLst>
              <a:ext uri="{FF2B5EF4-FFF2-40B4-BE49-F238E27FC236}">
                <a16:creationId xmlns:a16="http://schemas.microsoft.com/office/drawing/2014/main" id="{F052C581-6C44-5947-B232-97223D315667}"/>
              </a:ext>
            </a:extLst>
          </p:cNvPr>
          <p:cNvGrpSpPr>
            <a:grpSpLocks/>
          </p:cNvGrpSpPr>
          <p:nvPr/>
        </p:nvGrpSpPr>
        <p:grpSpPr bwMode="auto">
          <a:xfrm>
            <a:off x="3128246" y="3861704"/>
            <a:ext cx="779462" cy="679450"/>
            <a:chOff x="-44" y="1473"/>
            <a:chExt cx="981" cy="1105"/>
          </a:xfrm>
        </p:grpSpPr>
        <p:pic>
          <p:nvPicPr>
            <p:cNvPr id="29" name="Picture 67" descr="desktop_computer_stylized_medium">
              <a:extLst>
                <a:ext uri="{FF2B5EF4-FFF2-40B4-BE49-F238E27FC236}">
                  <a16:creationId xmlns:a16="http://schemas.microsoft.com/office/drawing/2014/main" id="{BB04112D-992F-1B48-BF73-2AE172AB41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68">
              <a:extLst>
                <a:ext uri="{FF2B5EF4-FFF2-40B4-BE49-F238E27FC236}">
                  <a16:creationId xmlns:a16="http://schemas.microsoft.com/office/drawing/2014/main" id="{B442F163-2B26-9C41-A4DA-56CB0408A2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2" name="Picture 70" descr="desktop_computer_stylized_medium">
            <a:extLst>
              <a:ext uri="{FF2B5EF4-FFF2-40B4-BE49-F238E27FC236}">
                <a16:creationId xmlns:a16="http://schemas.microsoft.com/office/drawing/2014/main" id="{281B4469-5924-7847-99B5-6CF657E9E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23290" y="4868179"/>
            <a:ext cx="779462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Freeform 71">
            <a:extLst>
              <a:ext uri="{FF2B5EF4-FFF2-40B4-BE49-F238E27FC236}">
                <a16:creationId xmlns:a16="http://schemas.microsoft.com/office/drawing/2014/main" id="{B1E6742A-3259-B348-BD9F-24C231CD73DB}"/>
              </a:ext>
            </a:extLst>
          </p:cNvPr>
          <p:cNvSpPr>
            <a:spLocks/>
          </p:cNvSpPr>
          <p:nvPr/>
        </p:nvSpPr>
        <p:spPr bwMode="auto">
          <a:xfrm flipH="1">
            <a:off x="3555416" y="4933357"/>
            <a:ext cx="379004" cy="311133"/>
          </a:xfrm>
          <a:custGeom>
            <a:avLst/>
            <a:gdLst>
              <a:gd name="T0" fmla="*/ 0 w 356"/>
              <a:gd name="T1" fmla="*/ 0 h 368"/>
              <a:gd name="T2" fmla="*/ 32377 w 356"/>
              <a:gd name="T3" fmla="*/ 2307 h 368"/>
              <a:gd name="T4" fmla="*/ 38409 w 356"/>
              <a:gd name="T5" fmla="*/ 48069 h 368"/>
              <a:gd name="T6" fmla="*/ 8465 w 356"/>
              <a:gd name="T7" fmla="*/ 60116 h 368"/>
              <a:gd name="T8" fmla="*/ 0 w 356"/>
              <a:gd name="T9" fmla="*/ 0 h 3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6"/>
              <a:gd name="T16" fmla="*/ 0 h 368"/>
              <a:gd name="T17" fmla="*/ 356 w 356"/>
              <a:gd name="T18" fmla="*/ 368 h 3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6" h="368">
                <a:moveTo>
                  <a:pt x="0" y="0"/>
                </a:moveTo>
                <a:lnTo>
                  <a:pt x="300" y="14"/>
                </a:lnTo>
                <a:lnTo>
                  <a:pt x="356" y="294"/>
                </a:lnTo>
                <a:lnTo>
                  <a:pt x="78" y="36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0099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31">
            <a:extLst>
              <a:ext uri="{FF2B5EF4-FFF2-40B4-BE49-F238E27FC236}">
                <a16:creationId xmlns:a16="http://schemas.microsoft.com/office/drawing/2014/main" id="{E17EDB94-A18A-5345-B878-1F5CDE4C6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921" y="5023754"/>
            <a:ext cx="139700" cy="185738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5" name="Line 33">
            <a:extLst>
              <a:ext uri="{FF2B5EF4-FFF2-40B4-BE49-F238E27FC236}">
                <a16:creationId xmlns:a16="http://schemas.microsoft.com/office/drawing/2014/main" id="{72EE0D2E-3A6D-224A-A965-4A3CAB0E05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1546" y="4993592"/>
            <a:ext cx="220662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ectangle 89">
            <a:extLst>
              <a:ext uri="{FF2B5EF4-FFF2-40B4-BE49-F238E27FC236}">
                <a16:creationId xmlns:a16="http://schemas.microsoft.com/office/drawing/2014/main" id="{B8BAB5F9-E33D-6D40-AF1F-A688FE37C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596" y="4469717"/>
            <a:ext cx="147637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" name="Rectangle 89">
            <a:extLst>
              <a:ext uri="{FF2B5EF4-FFF2-40B4-BE49-F238E27FC236}">
                <a16:creationId xmlns:a16="http://schemas.microsoft.com/office/drawing/2014/main" id="{3A81C53A-7389-0940-8B19-188881DD0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371" y="4468129"/>
            <a:ext cx="147637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Rectangle 89">
            <a:extLst>
              <a:ext uri="{FF2B5EF4-FFF2-40B4-BE49-F238E27FC236}">
                <a16:creationId xmlns:a16="http://schemas.microsoft.com/office/drawing/2014/main" id="{55739AFA-3D6C-274F-AF45-B98657A19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971" y="4471304"/>
            <a:ext cx="147637" cy="200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9" name="Group 93">
            <a:extLst>
              <a:ext uri="{FF2B5EF4-FFF2-40B4-BE49-F238E27FC236}">
                <a16:creationId xmlns:a16="http://schemas.microsoft.com/office/drawing/2014/main" id="{99FB082D-48A3-DB4E-B785-79F493984667}"/>
              </a:ext>
            </a:extLst>
          </p:cNvPr>
          <p:cNvGrpSpPr>
            <a:grpSpLocks/>
          </p:cNvGrpSpPr>
          <p:nvPr/>
        </p:nvGrpSpPr>
        <p:grpSpPr bwMode="auto">
          <a:xfrm>
            <a:off x="4277596" y="3137806"/>
            <a:ext cx="5876927" cy="1239838"/>
            <a:chOff x="1279" y="2225"/>
            <a:chExt cx="3702" cy="781"/>
          </a:xfrm>
        </p:grpSpPr>
        <p:sp>
          <p:nvSpPr>
            <p:cNvPr id="50" name="Text Box 66">
              <a:extLst>
                <a:ext uri="{FF2B5EF4-FFF2-40B4-BE49-F238E27FC236}">
                  <a16:creationId xmlns:a16="http://schemas.microsoft.com/office/drawing/2014/main" id="{15E16EFE-9699-4F4E-BFC6-790480667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9" y="2225"/>
              <a:ext cx="37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packet being transmitted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(transmission delay)</a:t>
              </a:r>
            </a:p>
          </p:txBody>
        </p:sp>
        <p:sp>
          <p:nvSpPr>
            <p:cNvPr id="51" name="Line 67">
              <a:extLst>
                <a:ext uri="{FF2B5EF4-FFF2-40B4-BE49-F238E27FC236}">
                  <a16:creationId xmlns:a16="http://schemas.microsoft.com/office/drawing/2014/main" id="{13FF81C3-546D-F344-9FE2-4D72EFA0CD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9" y="2462"/>
              <a:ext cx="836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" name="Group 94">
            <a:extLst>
              <a:ext uri="{FF2B5EF4-FFF2-40B4-BE49-F238E27FC236}">
                <a16:creationId xmlns:a16="http://schemas.microsoft.com/office/drawing/2014/main" id="{26EEA1DE-D9F0-2D47-AABB-733C528B384F}"/>
              </a:ext>
            </a:extLst>
          </p:cNvPr>
          <p:cNvGrpSpPr>
            <a:grpSpLocks/>
          </p:cNvGrpSpPr>
          <p:nvPr/>
        </p:nvGrpSpPr>
        <p:grpSpPr bwMode="auto">
          <a:xfrm>
            <a:off x="5550773" y="4742762"/>
            <a:ext cx="5216531" cy="900111"/>
            <a:chOff x="2103" y="3214"/>
            <a:chExt cx="3286" cy="567"/>
          </a:xfrm>
        </p:grpSpPr>
        <p:sp>
          <p:nvSpPr>
            <p:cNvPr id="53" name="Text Box 72">
              <a:extLst>
                <a:ext uri="{FF2B5EF4-FFF2-40B4-BE49-F238E27FC236}">
                  <a16:creationId xmlns:a16="http://schemas.microsoft.com/office/drawing/2014/main" id="{674A1D43-19A1-AA41-9CBF-545C92FF13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490"/>
              <a:ext cx="28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packets in buffers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(queueing delay)</a:t>
              </a:r>
            </a:p>
          </p:txBody>
        </p:sp>
        <p:sp>
          <p:nvSpPr>
            <p:cNvPr id="54" name="Line 73">
              <a:extLst>
                <a:ext uri="{FF2B5EF4-FFF2-40B4-BE49-F238E27FC236}">
                  <a16:creationId xmlns:a16="http://schemas.microsoft.com/office/drawing/2014/main" id="{CDBE935F-08EE-9646-85EA-B0063869E7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Group 95">
            <a:extLst>
              <a:ext uri="{FF2B5EF4-FFF2-40B4-BE49-F238E27FC236}">
                <a16:creationId xmlns:a16="http://schemas.microsoft.com/office/drawing/2014/main" id="{BB37FD35-03D6-7647-8A50-07C919E6BBD2}"/>
              </a:ext>
            </a:extLst>
          </p:cNvPr>
          <p:cNvGrpSpPr>
            <a:grpSpLocks/>
          </p:cNvGrpSpPr>
          <p:nvPr/>
        </p:nvGrpSpPr>
        <p:grpSpPr bwMode="auto">
          <a:xfrm>
            <a:off x="4468095" y="4704672"/>
            <a:ext cx="5173663" cy="1757364"/>
            <a:chOff x="1421" y="3190"/>
            <a:chExt cx="3259" cy="1107"/>
          </a:xfrm>
        </p:grpSpPr>
        <p:sp>
          <p:nvSpPr>
            <p:cNvPr id="56" name="Line 91">
              <a:extLst>
                <a:ext uri="{FF2B5EF4-FFF2-40B4-BE49-F238E27FC236}">
                  <a16:creationId xmlns:a16="http://schemas.microsoft.com/office/drawing/2014/main" id="{A5A2CA5C-95AA-1E49-AE10-3C2A0148D7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93" y="3190"/>
              <a:ext cx="110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Text Box 92">
              <a:extLst>
                <a:ext uri="{FF2B5EF4-FFF2-40B4-BE49-F238E27FC236}">
                  <a16:creationId xmlns:a16="http://schemas.microsoft.com/office/drawing/2014/main" id="{90578129-76D6-DA4C-AF38-D254E1E2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1" y="3774"/>
              <a:ext cx="3259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free (available) buffers: arriving packets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dropped (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loss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) if no free buffers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0A30BE-4517-024C-8E13-70C75C60C9A9}"/>
              </a:ext>
            </a:extLst>
          </p:cNvPr>
          <p:cNvGrpSpPr/>
          <p:nvPr/>
        </p:nvGrpSpPr>
        <p:grpSpPr>
          <a:xfrm>
            <a:off x="7723012" y="4224627"/>
            <a:ext cx="1511352" cy="863670"/>
            <a:chOff x="7493876" y="2774731"/>
            <a:chExt cx="1481958" cy="894622"/>
          </a:xfrm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D7769EBE-F27C-654D-9E70-D2F8F0CA4BC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534D58D-15F7-4148-BD77-06281777455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FDB434E-DC0A-064F-BFB7-51AD3253C15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1906A403-4D02-E745-9F12-A4DD0B4A4D9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CEA9A27B-E199-2342-BF59-3743FE24283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3E302C75-BA44-2547-9BE3-5EE9C07B302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0B5EF7E-8EDB-5946-B230-2EAE3B474B0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8" name="Slide Number Placeholder 5">
            <a:extLst>
              <a:ext uri="{FF2B5EF4-FFF2-40B4-BE49-F238E27FC236}">
                <a16:creationId xmlns:a16="http://schemas.microsoft.com/office/drawing/2014/main" id="{45CC7D59-8063-2F4C-A4F4-9B16811F43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50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a typeface="ＭＳ Ｐゴシック" panose="020B0600070205080204" pitchFamily="34" charset="-128"/>
              </a:rPr>
              <a:t>Packet queueing delay (revisited)</a:t>
            </a:r>
            <a:endParaRPr lang="en-US" sz="4000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8FB6AB4-1235-1542-AA41-4826D9F4BEA2}"/>
              </a:ext>
            </a:extLst>
          </p:cNvPr>
          <p:cNvSpPr txBox="1">
            <a:spLocks noChangeArrowheads="1"/>
          </p:cNvSpPr>
          <p:nvPr/>
        </p:nvSpPr>
        <p:spPr>
          <a:xfrm>
            <a:off x="919843" y="1385661"/>
            <a:ext cx="5655128" cy="178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average packet arrival rate</a:t>
            </a:r>
          </a:p>
          <a:p>
            <a:pPr marL="230188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packet length (bits)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link bandwidth (bit transmission rate)</a:t>
            </a:r>
          </a:p>
        </p:txBody>
      </p:sp>
      <p:sp>
        <p:nvSpPr>
          <p:cNvPr id="36" name="Rectangle 62">
            <a:extLst>
              <a:ext uri="{FF2B5EF4-FFF2-40B4-BE49-F238E27FC236}">
                <a16:creationId xmlns:a16="http://schemas.microsoft.com/office/drawing/2014/main" id="{A8C042B3-2BC8-9D42-8821-9A5ACDA9F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43" y="4263423"/>
            <a:ext cx="5975117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1775" indent="-23177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1775" marR="0" lvl="0" indent="-2317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La/R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~ 0: avg. queueing delay small</a:t>
            </a:r>
          </a:p>
          <a:p>
            <a:pPr marL="231775" marR="0" lvl="0" indent="-2317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La/R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&lt;=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1: avg. queueing delay large</a:t>
            </a:r>
          </a:p>
          <a:p>
            <a:pPr marL="231775" marR="0" lvl="0" indent="-231775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La/R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&gt; 1: more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work” arriving  is more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than can be serviced -  average delay infinite!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960A8A-B0F3-FD4C-B50A-E891A58C0AC4}"/>
              </a:ext>
            </a:extLst>
          </p:cNvPr>
          <p:cNvGrpSpPr/>
          <p:nvPr/>
        </p:nvGrpSpPr>
        <p:grpSpPr>
          <a:xfrm>
            <a:off x="8407167" y="4367394"/>
            <a:ext cx="2782888" cy="2261260"/>
            <a:chOff x="8407167" y="4367394"/>
            <a:chExt cx="2782888" cy="2261260"/>
          </a:xfrm>
        </p:grpSpPr>
        <p:pic>
          <p:nvPicPr>
            <p:cNvPr id="38" name="Picture 13">
              <a:extLst>
                <a:ext uri="{FF2B5EF4-FFF2-40B4-BE49-F238E27FC236}">
                  <a16:creationId xmlns:a16="http://schemas.microsoft.com/office/drawing/2014/main" id="{B1A5FAD0-089C-3344-A046-DF1A7F274F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3830" y="5047839"/>
              <a:ext cx="1546225" cy="1239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4">
              <a:extLst>
                <a:ext uri="{FF2B5EF4-FFF2-40B4-BE49-F238E27FC236}">
                  <a16:creationId xmlns:a16="http://schemas.microsoft.com/office/drawing/2014/main" id="{15A78139-2E6F-1241-B632-699E1D391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7167" y="4471879"/>
              <a:ext cx="1481138" cy="111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 Box 15">
              <a:extLst>
                <a:ext uri="{FF2B5EF4-FFF2-40B4-BE49-F238E27FC236}">
                  <a16:creationId xmlns:a16="http://schemas.microsoft.com/office/drawing/2014/main" id="{2773BEED-18F1-E045-9842-B0961DCCE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9087" y="4367394"/>
              <a:ext cx="95410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La/R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~ 0</a:t>
              </a:r>
            </a:p>
          </p:txBody>
        </p: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1431E193-344C-D942-A74A-5CEEDF81F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43830" y="6259322"/>
              <a:ext cx="10246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La/R -&gt; 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4CBB938-955C-5845-9EF9-984B02536D24}"/>
              </a:ext>
            </a:extLst>
          </p:cNvPr>
          <p:cNvGrpSpPr/>
          <p:nvPr/>
        </p:nvGrpSpPr>
        <p:grpSpPr>
          <a:xfrm>
            <a:off x="8001634" y="1103085"/>
            <a:ext cx="3246937" cy="2992869"/>
            <a:chOff x="7232377" y="708301"/>
            <a:chExt cx="3769920" cy="3402168"/>
          </a:xfrm>
        </p:grpSpPr>
        <p:sp>
          <p:nvSpPr>
            <p:cNvPr id="43" name="Rectangle 61">
              <a:extLst>
                <a:ext uri="{FF2B5EF4-FFF2-40B4-BE49-F238E27FC236}">
                  <a16:creationId xmlns:a16="http://schemas.microsoft.com/office/drawing/2014/main" id="{73B85C70-6AD3-A74E-B899-2CAB2E6D8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1311" y="3605438"/>
              <a:ext cx="2911022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 typeface="Wingdings" pitchFamily="2" charset="2"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traffic intensity =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La/R</a:t>
              </a:r>
            </a:p>
          </p:txBody>
        </p:sp>
        <p:sp>
          <p:nvSpPr>
            <p:cNvPr id="44" name="Rectangle 61">
              <a:extLst>
                <a:ext uri="{FF2B5EF4-FFF2-40B4-BE49-F238E27FC236}">
                  <a16:creationId xmlns:a16="http://schemas.microsoft.com/office/drawing/2014/main" id="{D565FA6F-EE7F-1947-B171-B184CC6468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14777" y="2075824"/>
              <a:ext cx="2740025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 typeface="Wingdings" pitchFamily="2" charset="2"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average  queueing delay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0ADD9BD-AAA5-0A4C-A989-80C8555AF5C9}"/>
                </a:ext>
              </a:extLst>
            </p:cNvPr>
            <p:cNvCxnSpPr/>
            <p:nvPr/>
          </p:nvCxnSpPr>
          <p:spPr>
            <a:xfrm>
              <a:off x="7616120" y="3540100"/>
              <a:ext cx="33861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92D706D-5B93-BF40-B02A-097828633F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1372" y="1041103"/>
              <a:ext cx="0" cy="25059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0D82080-1EB0-1D48-9322-5FD97E7CB228}"/>
                </a:ext>
              </a:extLst>
            </p:cNvPr>
            <p:cNvSpPr/>
            <p:nvPr/>
          </p:nvSpPr>
          <p:spPr>
            <a:xfrm>
              <a:off x="7616120" y="708301"/>
              <a:ext cx="2743200" cy="2816942"/>
            </a:xfrm>
            <a:custGeom>
              <a:avLst/>
              <a:gdLst>
                <a:gd name="connsiteX0" fmla="*/ 0 w 2743200"/>
                <a:gd name="connsiteY0" fmla="*/ 2816942 h 2824866"/>
                <a:gd name="connsiteX1" fmla="*/ 663677 w 2743200"/>
                <a:gd name="connsiteY1" fmla="*/ 2802193 h 2824866"/>
                <a:gd name="connsiteX2" fmla="*/ 1976284 w 2743200"/>
                <a:gd name="connsiteY2" fmla="*/ 2625212 h 2824866"/>
                <a:gd name="connsiteX3" fmla="*/ 2551471 w 2743200"/>
                <a:gd name="connsiteY3" fmla="*/ 1946787 h 2824866"/>
                <a:gd name="connsiteX4" fmla="*/ 2743200 w 2743200"/>
                <a:gd name="connsiteY4" fmla="*/ 0 h 2824866"/>
                <a:gd name="connsiteX0" fmla="*/ 0 w 2743200"/>
                <a:gd name="connsiteY0" fmla="*/ 2816942 h 2821238"/>
                <a:gd name="connsiteX1" fmla="*/ 663677 w 2743200"/>
                <a:gd name="connsiteY1" fmla="*/ 2802193 h 2821238"/>
                <a:gd name="connsiteX2" fmla="*/ 1976284 w 2743200"/>
                <a:gd name="connsiteY2" fmla="*/ 2625212 h 2821238"/>
                <a:gd name="connsiteX3" fmla="*/ 2551471 w 2743200"/>
                <a:gd name="connsiteY3" fmla="*/ 1946787 h 2821238"/>
                <a:gd name="connsiteX4" fmla="*/ 2743200 w 2743200"/>
                <a:gd name="connsiteY4" fmla="*/ 0 h 2821238"/>
                <a:gd name="connsiteX0" fmla="*/ 0 w 2743200"/>
                <a:gd name="connsiteY0" fmla="*/ 2816942 h 2816942"/>
                <a:gd name="connsiteX1" fmla="*/ 663677 w 2743200"/>
                <a:gd name="connsiteY1" fmla="*/ 2802193 h 2816942"/>
                <a:gd name="connsiteX2" fmla="*/ 1976284 w 2743200"/>
                <a:gd name="connsiteY2" fmla="*/ 2625212 h 2816942"/>
                <a:gd name="connsiteX3" fmla="*/ 2551471 w 2743200"/>
                <a:gd name="connsiteY3" fmla="*/ 1946787 h 2816942"/>
                <a:gd name="connsiteX4" fmla="*/ 2743200 w 2743200"/>
                <a:gd name="connsiteY4" fmla="*/ 0 h 281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00" h="2816942">
                  <a:moveTo>
                    <a:pt x="0" y="2816942"/>
                  </a:moveTo>
                  <a:cubicBezTo>
                    <a:pt x="363998" y="2816020"/>
                    <a:pt x="477171" y="2811923"/>
                    <a:pt x="663677" y="2802193"/>
                  </a:cubicBezTo>
                  <a:cubicBezTo>
                    <a:pt x="850183" y="2792463"/>
                    <a:pt x="1661652" y="2767780"/>
                    <a:pt x="1976284" y="2625212"/>
                  </a:cubicBezTo>
                  <a:cubicBezTo>
                    <a:pt x="2290916" y="2482644"/>
                    <a:pt x="2423652" y="2384322"/>
                    <a:pt x="2551471" y="1946787"/>
                  </a:cubicBezTo>
                  <a:cubicBezTo>
                    <a:pt x="2679290" y="1509252"/>
                    <a:pt x="2711245" y="754626"/>
                    <a:pt x="2743200" y="0"/>
                  </a:cubicBezTo>
                </a:path>
              </a:pathLst>
            </a:cu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D56710D-BCD1-D24F-A4F9-77096E20A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2559" y="1034169"/>
              <a:ext cx="0" cy="250593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tangle 61">
              <a:extLst>
                <a:ext uri="{FF2B5EF4-FFF2-40B4-BE49-F238E27FC236}">
                  <a16:creationId xmlns:a16="http://schemas.microsoft.com/office/drawing/2014/main" id="{0FBDF69D-B808-184B-8874-313F4C390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4306" y="3605644"/>
              <a:ext cx="509587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 typeface="Wingdings" pitchFamily="2" charset="2"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8DE26F-E1EB-6340-A73C-A69AEE44E1A3}"/>
              </a:ext>
            </a:extLst>
          </p:cNvPr>
          <p:cNvGrpSpPr/>
          <p:nvPr/>
        </p:nvGrpSpPr>
        <p:grpSpPr>
          <a:xfrm>
            <a:off x="1199878" y="3314700"/>
            <a:ext cx="3457968" cy="523220"/>
            <a:chOff x="1211074" y="3275230"/>
            <a:chExt cx="3457968" cy="52322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8FA4E1-6E52-6E45-BE14-7A8BD35AF254}"/>
                </a:ext>
              </a:extLst>
            </p:cNvPr>
            <p:cNvSpPr txBox="1"/>
            <p:nvPr/>
          </p:nvSpPr>
          <p:spPr>
            <a:xfrm>
              <a:off x="2188876" y="3327958"/>
              <a:ext cx="24801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service rate of bits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01B4976-C8AE-174D-9311-91F8A265BA23}"/>
                </a:ext>
              </a:extLst>
            </p:cNvPr>
            <p:cNvSpPr txBox="1"/>
            <p:nvPr/>
          </p:nvSpPr>
          <p:spPr>
            <a:xfrm>
              <a:off x="1211074" y="3275230"/>
              <a:ext cx="3802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721EE9D-CD4D-004A-84CA-31C281B024A8}"/>
              </a:ext>
            </a:extLst>
          </p:cNvPr>
          <p:cNvGrpSpPr/>
          <p:nvPr/>
        </p:nvGrpSpPr>
        <p:grpSpPr>
          <a:xfrm>
            <a:off x="1066278" y="2847705"/>
            <a:ext cx="3490678" cy="523220"/>
            <a:chOff x="1066278" y="2873829"/>
            <a:chExt cx="3490678" cy="52322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034B6D-9F3F-EF42-917A-B59F6EAB30BB}"/>
                </a:ext>
              </a:extLst>
            </p:cNvPr>
            <p:cNvSpPr txBox="1"/>
            <p:nvPr/>
          </p:nvSpPr>
          <p:spPr>
            <a:xfrm>
              <a:off x="2169123" y="2910251"/>
              <a:ext cx="23878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arrival rate of bits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C0CBFD6-32CD-E94E-9190-978FFA7B0691}"/>
                </a:ext>
              </a:extLst>
            </p:cNvPr>
            <p:cNvGrpSpPr/>
            <p:nvPr/>
          </p:nvGrpSpPr>
          <p:grpSpPr>
            <a:xfrm>
              <a:off x="1066278" y="2873829"/>
              <a:ext cx="681588" cy="523220"/>
              <a:chOff x="1066278" y="2873829"/>
              <a:chExt cx="681588" cy="523220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845216-48CA-8A4D-BC7A-8DFDC99E6171}"/>
                  </a:ext>
                </a:extLst>
              </p:cNvPr>
              <p:cNvSpPr txBox="1"/>
              <p:nvPr/>
            </p:nvSpPr>
            <p:spPr>
              <a:xfrm>
                <a:off x="1066278" y="2873829"/>
                <a:ext cx="3353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A53F0E9-8E80-A943-9832-323BDA97F5BF}"/>
                  </a:ext>
                </a:extLst>
              </p:cNvPr>
              <p:cNvSpPr txBox="1"/>
              <p:nvPr/>
            </p:nvSpPr>
            <p:spPr>
              <a:xfrm>
                <a:off x="1378854" y="2873829"/>
                <a:ext cx="3690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3B9835-FBCA-2945-B2FE-6A65F179414A}"/>
                  </a:ext>
                </a:extLst>
              </p:cNvPr>
              <p:cNvSpPr txBox="1"/>
              <p:nvPr/>
            </p:nvSpPr>
            <p:spPr>
              <a:xfrm>
                <a:off x="1278923" y="2909664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</a:t>
                </a: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8A52679-E3D0-7A40-AFD1-ED1F5DDCFEFF}"/>
              </a:ext>
            </a:extLst>
          </p:cNvPr>
          <p:cNvGrpSpPr/>
          <p:nvPr/>
        </p:nvGrpSpPr>
        <p:grpSpPr>
          <a:xfrm>
            <a:off x="1204684" y="2981937"/>
            <a:ext cx="3323775" cy="584775"/>
            <a:chOff x="1204684" y="2981937"/>
            <a:chExt cx="3323775" cy="584775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4B20A77-13F3-3949-9616-C4379DD39AC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67" y="3338737"/>
              <a:ext cx="222829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BD9D88F-A0EC-DA4A-90D7-298338304867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84" y="3342018"/>
              <a:ext cx="3483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5C3780-9436-0E4E-AA3C-69E9505009EA}"/>
                </a:ext>
              </a:extLst>
            </p:cNvPr>
            <p:cNvSpPr txBox="1"/>
            <p:nvPr/>
          </p:nvSpPr>
          <p:spPr>
            <a:xfrm>
              <a:off x="1687802" y="2981937"/>
              <a:ext cx="63862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: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214578D-0F9A-7D4F-B8DE-DB101BD0AEFD}"/>
              </a:ext>
            </a:extLst>
          </p:cNvPr>
          <p:cNvSpPr txBox="1"/>
          <p:nvPr/>
        </p:nvSpPr>
        <p:spPr>
          <a:xfrm>
            <a:off x="5025350" y="2902857"/>
            <a:ext cx="15826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“traffic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intensity”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0FDC591A-D31D-2A45-AA1E-B568041AA9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9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AD72523-4228-9C47-B195-4AAF96A160BD}"/>
              </a:ext>
            </a:extLst>
          </p:cNvPr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FB9E0EF-9063-B545-BC2B-062A0488CC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0BF60BF-9AF2-D948-8319-1FF102BC7D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32B55C6-F759-234F-8CF0-5FB387F35B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B1153D6F-A3DF-7246-9629-9228753ADE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1C55D52C-AF37-4949-9428-203518D525C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8904F43-F0C7-374E-ADE8-8A024A6627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4597C3-FAA4-A147-A86C-C510882704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a typeface="ＭＳ Ｐゴシック" panose="020B0600070205080204" pitchFamily="34" charset="-128"/>
              </a:rPr>
              <a:t>Packet delay: four sources</a:t>
            </a:r>
            <a:endParaRPr lang="en-US" sz="4000" dirty="0"/>
          </a:p>
        </p:txBody>
      </p:sp>
      <p:sp>
        <p:nvSpPr>
          <p:cNvPr id="77" name="Line 24">
            <a:extLst>
              <a:ext uri="{FF2B5EF4-FFF2-40B4-BE49-F238E27FC236}">
                <a16:creationId xmlns:a16="http://schemas.microsoft.com/office/drawing/2014/main" id="{79DB8C95-768E-854F-9CEA-5533DCECB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1011" y="1783635"/>
            <a:ext cx="741403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9803C6B5-AE4A-F54B-86CB-D404B2A7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Rectangle 30">
            <a:extLst>
              <a:ext uri="{FF2B5EF4-FFF2-40B4-BE49-F238E27FC236}">
                <a16:creationId xmlns:a16="http://schemas.microsoft.com/office/drawing/2014/main" id="{2BFFBBBA-8F3E-7640-8D9F-E3A7047B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Rectangle 31">
            <a:extLst>
              <a:ext uri="{FF2B5EF4-FFF2-40B4-BE49-F238E27FC236}">
                <a16:creationId xmlns:a16="http://schemas.microsoft.com/office/drawing/2014/main" id="{212ACD5F-D6C3-824B-9E9F-FCD29265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988CA620-4CC5-3D4B-81DA-0F82F93E3D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2061" y="1833751"/>
            <a:ext cx="3667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 38">
            <a:extLst>
              <a:ext uri="{FF2B5EF4-FFF2-40B4-BE49-F238E27FC236}">
                <a16:creationId xmlns:a16="http://schemas.microsoft.com/office/drawing/2014/main" id="{5F99C41D-D784-474B-94F5-AC461617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4FBD0AA4-42C3-2B49-BDB1-0979DED2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propagation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7B62D1A5-A310-5848-8995-E8F4780C47C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073803" y="1831109"/>
            <a:ext cx="3191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Box 43">
            <a:extLst>
              <a:ext uri="{FF2B5EF4-FFF2-40B4-BE49-F238E27FC236}">
                <a16:creationId xmlns:a16="http://schemas.microsoft.com/office/drawing/2014/main" id="{867387BA-39EC-9E4E-8BB0-480BC442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098" y="2729785"/>
            <a:ext cx="1511824" cy="39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processing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4">
            <a:extLst>
              <a:ext uri="{FF2B5EF4-FFF2-40B4-BE49-F238E27FC236}">
                <a16:creationId xmlns:a16="http://schemas.microsoft.com/office/drawing/2014/main" id="{CDB7B374-4A7A-E246-8D88-69216785D71E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363541" y="2729991"/>
            <a:ext cx="8334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Line 45">
            <a:extLst>
              <a:ext uri="{FF2B5EF4-FFF2-40B4-BE49-F238E27FC236}">
                <a16:creationId xmlns:a16="http://schemas.microsoft.com/office/drawing/2014/main" id="{EDEDB796-E60B-E245-AAE8-8E7D4AD0954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187959" y="2536110"/>
            <a:ext cx="385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Box 46">
            <a:extLst>
              <a:ext uri="{FF2B5EF4-FFF2-40B4-BE49-F238E27FC236}">
                <a16:creationId xmlns:a16="http://schemas.microsoft.com/office/drawing/2014/main" id="{EED5545D-BA61-2046-A423-41F4F0BC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queueing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Line 47">
            <a:extLst>
              <a:ext uri="{FF2B5EF4-FFF2-40B4-BE49-F238E27FC236}">
                <a16:creationId xmlns:a16="http://schemas.microsoft.com/office/drawing/2014/main" id="{ACC9FCD3-B95B-4D4B-87FC-A93C4585FCF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349892" y="2536110"/>
            <a:ext cx="595346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2521317A-C1CF-B84E-8D60-CC1E8C06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3585728"/>
            <a:ext cx="6175328" cy="5540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=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queue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3" name="Line 25">
            <a:extLst>
              <a:ext uri="{FF2B5EF4-FFF2-40B4-BE49-F238E27FC236}">
                <a16:creationId xmlns:a16="http://schemas.microsoft.com/office/drawing/2014/main" id="{F5D3A1C5-3798-AA4A-9717-BC9CD2814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131" y="2323384"/>
            <a:ext cx="735346" cy="54993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 32">
            <a:extLst>
              <a:ext uri="{FF2B5EF4-FFF2-40B4-BE49-F238E27FC236}">
                <a16:creationId xmlns:a16="http://schemas.microsoft.com/office/drawing/2014/main" id="{499B4666-F248-7346-9FEA-7936F1E5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33">
            <a:extLst>
              <a:ext uri="{FF2B5EF4-FFF2-40B4-BE49-F238E27FC236}">
                <a16:creationId xmlns:a16="http://schemas.microsoft.com/office/drawing/2014/main" id="{468D7A2B-9164-6E4A-96CE-D29F37040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88" y="1910635"/>
            <a:ext cx="21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Box 36">
            <a:extLst>
              <a:ext uri="{FF2B5EF4-FFF2-40B4-BE49-F238E27FC236}">
                <a16:creationId xmlns:a16="http://schemas.microsoft.com/office/drawing/2014/main" id="{3AB8F241-2337-4244-89DF-4C80D59B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97" name="Text Box 37">
            <a:extLst>
              <a:ext uri="{FF2B5EF4-FFF2-40B4-BE49-F238E27FC236}">
                <a16:creationId xmlns:a16="http://schemas.microsoft.com/office/drawing/2014/main" id="{68CF5C6F-336B-3C4A-90BF-D34A02874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</a:t>
            </a:r>
          </a:p>
        </p:txBody>
      </p:sp>
      <p:grpSp>
        <p:nvGrpSpPr>
          <p:cNvPr id="98" name="Group 66">
            <a:extLst>
              <a:ext uri="{FF2B5EF4-FFF2-40B4-BE49-F238E27FC236}">
                <a16:creationId xmlns:a16="http://schemas.microsoft.com/office/drawing/2014/main" id="{7A33E76B-0B7D-BD4C-95A3-F5F9B6632736}"/>
              </a:ext>
            </a:extLst>
          </p:cNvPr>
          <p:cNvGrpSpPr>
            <a:grpSpLocks/>
          </p:cNvGrpSpPr>
          <p:nvPr/>
        </p:nvGrpSpPr>
        <p:grpSpPr bwMode="auto"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id="116" name="Picture 67" descr="desktop_computer_stylized_medium">
              <a:extLst>
                <a:ext uri="{FF2B5EF4-FFF2-40B4-BE49-F238E27FC236}">
                  <a16:creationId xmlns:a16="http://schemas.microsoft.com/office/drawing/2014/main" id="{388E3E99-7752-0140-B682-2CFDCCFDA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68">
              <a:extLst>
                <a:ext uri="{FF2B5EF4-FFF2-40B4-BE49-F238E27FC236}">
                  <a16:creationId xmlns:a16="http://schemas.microsoft.com/office/drawing/2014/main" id="{C233087D-1E28-874B-99E3-90A56E5DA7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9" name="Group 69">
            <a:extLst>
              <a:ext uri="{FF2B5EF4-FFF2-40B4-BE49-F238E27FC236}">
                <a16:creationId xmlns:a16="http://schemas.microsoft.com/office/drawing/2014/main" id="{53B22ADC-2C36-5141-AAAC-31B53FC8C1F4}"/>
              </a:ext>
            </a:extLst>
          </p:cNvPr>
          <p:cNvGrpSpPr>
            <a:grpSpLocks/>
          </p:cNvGrpSpPr>
          <p:nvPr/>
        </p:nvGrpSpPr>
        <p:grpSpPr bwMode="auto"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id="114" name="Picture 70" descr="desktop_computer_stylized_medium">
              <a:extLst>
                <a:ext uri="{FF2B5EF4-FFF2-40B4-BE49-F238E27FC236}">
                  <a16:creationId xmlns:a16="http://schemas.microsoft.com/office/drawing/2014/main" id="{DA4C023E-F595-544A-9929-08480475A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71">
              <a:extLst>
                <a:ext uri="{FF2B5EF4-FFF2-40B4-BE49-F238E27FC236}">
                  <a16:creationId xmlns:a16="http://schemas.microsoft.com/office/drawing/2014/main" id="{BD3780DD-1306-2540-89B8-0A42DEECFC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Text Box 41">
            <a:extLst>
              <a:ext uri="{FF2B5EF4-FFF2-40B4-BE49-F238E27FC236}">
                <a16:creationId xmlns:a16="http://schemas.microsoft.com/office/drawing/2014/main" id="{488CD73E-ECC7-E842-9578-1478C5F1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transmission</a:t>
            </a:r>
          </a:p>
        </p:txBody>
      </p:sp>
      <p:sp>
        <p:nvSpPr>
          <p:cNvPr id="101" name="Line 42">
            <a:extLst>
              <a:ext uri="{FF2B5EF4-FFF2-40B4-BE49-F238E27FC236}">
                <a16:creationId xmlns:a16="http://schemas.microsoft.com/office/drawing/2014/main" id="{B22F26F3-A41E-8848-BDA7-FE528ACF22F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4038725" y="1443910"/>
            <a:ext cx="528667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31">
            <a:extLst>
              <a:ext uri="{FF2B5EF4-FFF2-40B4-BE49-F238E27FC236}">
                <a16:creationId xmlns:a16="http://schemas.microsoft.com/office/drawing/2014/main" id="{9C43DB7F-CC6C-3D47-AEBE-0F3B6F74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4" name="Line 33">
            <a:extLst>
              <a:ext uri="{FF2B5EF4-FFF2-40B4-BE49-F238E27FC236}">
                <a16:creationId xmlns:a16="http://schemas.microsoft.com/office/drawing/2014/main" id="{1420A34E-BA5D-D248-8FAC-DCC28151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7771" y="2599885"/>
            <a:ext cx="219680" cy="1619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E58503-FA9B-1542-A0D6-E85B92D1E5BA}"/>
              </a:ext>
            </a:extLst>
          </p:cNvPr>
          <p:cNvCxnSpPr/>
          <p:nvPr/>
        </p:nvCxnSpPr>
        <p:spPr>
          <a:xfrm>
            <a:off x="4880582" y="2238559"/>
            <a:ext cx="338899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9D3C3B-F6BB-8747-AE74-C4B438FB99F4}"/>
              </a:ext>
            </a:extLst>
          </p:cNvPr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D7E8999-C7DA-4C41-AF40-118E015147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FE0DA3-6E20-DC4B-8111-DD2816780A5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27FD192-76B7-BB4E-8D74-8B6F33DBA7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30CC598-6AE0-744A-9CEF-611CD26990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F0B09B4D-82A4-6D4A-B104-F100560C44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7CB1C4B0-5780-D24E-8D85-35BA5CE4255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78B6DE2-15CA-DC49-A0BD-10E78562E1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Rectangle 3">
            <a:extLst>
              <a:ext uri="{FF2B5EF4-FFF2-40B4-BE49-F238E27FC236}">
                <a16:creationId xmlns:a16="http://schemas.microsoft.com/office/drawing/2014/main" id="{A295C9C7-DA39-ED42-847F-83EE93D04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064" y="4502111"/>
            <a:ext cx="4380277" cy="207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trans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: transmission delay: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: packet length (bits) 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: link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transmission rate (bps)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kumimoji="0" lang="en-US" sz="2400" b="0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trans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= L/R</a:t>
            </a:r>
          </a:p>
        </p:txBody>
      </p:sp>
      <p:sp>
        <p:nvSpPr>
          <p:cNvPr id="58" name="Rectangle 58">
            <a:extLst>
              <a:ext uri="{FF2B5EF4-FFF2-40B4-BE49-F238E27FC236}">
                <a16:creationId xmlns:a16="http://schemas.microsoft.com/office/drawing/2014/main" id="{9033E5DB-6EA3-CE4C-B1A8-C9C804BDC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343" y="4501309"/>
            <a:ext cx="5054724" cy="13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4488" marR="0" lvl="0" indent="-344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3333CC"/>
              </a:buClr>
              <a:buSzPct val="85000"/>
              <a:buFont typeface="Wingdings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queue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: queueing delay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time waiting at output link for transmission 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depends on congestion level of router</a:t>
            </a:r>
          </a:p>
        </p:txBody>
      </p:sp>
    </p:spTree>
    <p:extLst>
      <p:ext uri="{BB962C8B-B14F-4D97-AF65-F5344CB8AC3E}">
        <p14:creationId xmlns:p14="http://schemas.microsoft.com/office/powerpoint/2010/main" val="225914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AD72523-4228-9C47-B195-4AAF96A160BD}"/>
              </a:ext>
            </a:extLst>
          </p:cNvPr>
          <p:cNvGrpSpPr/>
          <p:nvPr/>
        </p:nvGrpSpPr>
        <p:grpSpPr>
          <a:xfrm>
            <a:off x="3364430" y="1767623"/>
            <a:ext cx="1511352" cy="863670"/>
            <a:chOff x="7493876" y="2774731"/>
            <a:chExt cx="1481958" cy="89462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FB9E0EF-9063-B545-BC2B-062A0488CC7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0BF60BF-9AF2-D948-8319-1FF102BC7D3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32B55C6-F759-234F-8CF0-5FB387F35BC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B1153D6F-A3DF-7246-9629-9228753ADE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1C55D52C-AF37-4949-9428-203518D525C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8904F43-F0C7-374E-ADE8-8A024A6627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74597C3-FAA4-A147-A86C-C5108827045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Packet delay: four sources</a:t>
            </a:r>
            <a:endParaRPr lang="en-US" sz="4400" dirty="0"/>
          </a:p>
        </p:txBody>
      </p:sp>
      <p:sp>
        <p:nvSpPr>
          <p:cNvPr id="58" name="Rectangle 4">
            <a:extLst>
              <a:ext uri="{FF2B5EF4-FFF2-40B4-BE49-F238E27FC236}">
                <a16:creationId xmlns:a16="http://schemas.microsoft.com/office/drawing/2014/main" id="{AC2D03E9-7C61-0A43-A247-276B596B9942}"/>
              </a:ext>
            </a:extLst>
          </p:cNvPr>
          <p:cNvSpPr txBox="1">
            <a:spLocks noChangeArrowheads="1"/>
          </p:cNvSpPr>
          <p:nvPr/>
        </p:nvSpPr>
        <p:spPr>
          <a:xfrm>
            <a:off x="1328025" y="4496593"/>
            <a:ext cx="3810000" cy="18395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processing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9250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check bit errors</a:t>
            </a:r>
          </a:p>
          <a:p>
            <a:pPr marL="349250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output link</a:t>
            </a:r>
          </a:p>
          <a:p>
            <a:pPr marL="349250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typically &lt; microsecs</a:t>
            </a:r>
          </a:p>
        </p:txBody>
      </p:sp>
      <p:sp>
        <p:nvSpPr>
          <p:cNvPr id="77" name="Line 24">
            <a:extLst>
              <a:ext uri="{FF2B5EF4-FFF2-40B4-BE49-F238E27FC236}">
                <a16:creationId xmlns:a16="http://schemas.microsoft.com/office/drawing/2014/main" id="{79DB8C95-768E-854F-9CEA-5533DCECBE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1011" y="1783635"/>
            <a:ext cx="741403" cy="355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Rectangle 29">
            <a:extLst>
              <a:ext uri="{FF2B5EF4-FFF2-40B4-BE49-F238E27FC236}">
                <a16:creationId xmlns:a16="http://schemas.microsoft.com/office/drawing/2014/main" id="{9803C6B5-AE4A-F54B-86CB-D404B2A7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378" y="2002710"/>
            <a:ext cx="147646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Rectangle 30">
            <a:extLst>
              <a:ext uri="{FF2B5EF4-FFF2-40B4-BE49-F238E27FC236}">
                <a16:creationId xmlns:a16="http://schemas.microsoft.com/office/drawing/2014/main" id="{2BFFBBBA-8F3E-7640-8D9F-E3A7047BB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773" y="2074148"/>
            <a:ext cx="147645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Rectangle 31">
            <a:extLst>
              <a:ext uri="{FF2B5EF4-FFF2-40B4-BE49-F238E27FC236}">
                <a16:creationId xmlns:a16="http://schemas.microsoft.com/office/drawing/2014/main" id="{212ACD5F-D6C3-824B-9E9F-FCD29265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707" y="2074148"/>
            <a:ext cx="147645" cy="20002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" name="Line 35">
            <a:extLst>
              <a:ext uri="{FF2B5EF4-FFF2-40B4-BE49-F238E27FC236}">
                <a16:creationId xmlns:a16="http://schemas.microsoft.com/office/drawing/2014/main" id="{988CA620-4CC5-3D4B-81DA-0F82F93E3D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2061" y="1833751"/>
            <a:ext cx="3667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 38">
            <a:extLst>
              <a:ext uri="{FF2B5EF4-FFF2-40B4-BE49-F238E27FC236}">
                <a16:creationId xmlns:a16="http://schemas.microsoft.com/office/drawing/2014/main" id="{5F99C41D-D784-474B-94F5-AC4616175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301" y="2012235"/>
            <a:ext cx="147646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5" name="Text Box 39">
            <a:extLst>
              <a:ext uri="{FF2B5EF4-FFF2-40B4-BE49-F238E27FC236}">
                <a16:creationId xmlns:a16="http://schemas.microsoft.com/office/drawing/2014/main" id="{4FBD0AA4-42C3-2B49-BDB1-0979DED2C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720" y="1587878"/>
            <a:ext cx="17004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propagation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7B62D1A5-A310-5848-8995-E8F4780C47C7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073803" y="1831109"/>
            <a:ext cx="3191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Text Box 43">
            <a:extLst>
              <a:ext uri="{FF2B5EF4-FFF2-40B4-BE49-F238E27FC236}">
                <a16:creationId xmlns:a16="http://schemas.microsoft.com/office/drawing/2014/main" id="{867387BA-39EC-9E4E-8BB0-480BC442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098" y="2729785"/>
            <a:ext cx="1511824" cy="39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processing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4">
            <a:extLst>
              <a:ext uri="{FF2B5EF4-FFF2-40B4-BE49-F238E27FC236}">
                <a16:creationId xmlns:a16="http://schemas.microsoft.com/office/drawing/2014/main" id="{CDB7B374-4A7A-E246-8D88-69216785D71E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3363541" y="2729991"/>
            <a:ext cx="8334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Line 45">
            <a:extLst>
              <a:ext uri="{FF2B5EF4-FFF2-40B4-BE49-F238E27FC236}">
                <a16:creationId xmlns:a16="http://schemas.microsoft.com/office/drawing/2014/main" id="{EDEDB796-E60B-E245-AAE8-8E7D4AD0954B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187959" y="2536110"/>
            <a:ext cx="3857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 Box 46">
            <a:extLst>
              <a:ext uri="{FF2B5EF4-FFF2-40B4-BE49-F238E27FC236}">
                <a16:creationId xmlns:a16="http://schemas.microsoft.com/office/drawing/2014/main" id="{EED5545D-BA61-2046-A423-41F4F0BC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969" y="2957464"/>
            <a:ext cx="13548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queueing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Line 47">
            <a:extLst>
              <a:ext uri="{FF2B5EF4-FFF2-40B4-BE49-F238E27FC236}">
                <a16:creationId xmlns:a16="http://schemas.microsoft.com/office/drawing/2014/main" id="{ACC9FCD3-B95B-4D4B-87FC-A93C4585FCF2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4349892" y="2536110"/>
            <a:ext cx="595346" cy="552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2521317A-C1CF-B84E-8D60-CC1E8C063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3585728"/>
            <a:ext cx="6175328" cy="55403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857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=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queue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+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3" name="Line 25">
            <a:extLst>
              <a:ext uri="{FF2B5EF4-FFF2-40B4-BE49-F238E27FC236}">
                <a16:creationId xmlns:a16="http://schemas.microsoft.com/office/drawing/2014/main" id="{F5D3A1C5-3798-AA4A-9717-BC9CD2814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9131" y="2323384"/>
            <a:ext cx="735346" cy="54993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Rectangle 32">
            <a:extLst>
              <a:ext uri="{FF2B5EF4-FFF2-40B4-BE49-F238E27FC236}">
                <a16:creationId xmlns:a16="http://schemas.microsoft.com/office/drawing/2014/main" id="{499B4666-F248-7346-9FEA-7936F1E56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202" y="1974135"/>
            <a:ext cx="147646" cy="200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33">
            <a:extLst>
              <a:ext uri="{FF2B5EF4-FFF2-40B4-BE49-F238E27FC236}">
                <a16:creationId xmlns:a16="http://schemas.microsoft.com/office/drawing/2014/main" id="{468D7A2B-9164-6E4A-96CE-D29F37040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9988" y="1910635"/>
            <a:ext cx="2111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Box 36">
            <a:extLst>
              <a:ext uri="{FF2B5EF4-FFF2-40B4-BE49-F238E27FC236}">
                <a16:creationId xmlns:a16="http://schemas.microsoft.com/office/drawing/2014/main" id="{3AB8F241-2337-4244-89DF-4C80D59B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815" y="1467723"/>
            <a:ext cx="3930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97" name="Text Box 37">
            <a:extLst>
              <a:ext uri="{FF2B5EF4-FFF2-40B4-BE49-F238E27FC236}">
                <a16:creationId xmlns:a16="http://schemas.microsoft.com/office/drawing/2014/main" id="{68CF5C6F-336B-3C4A-90BF-D34A02874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5558" y="2420223"/>
            <a:ext cx="3802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</a:t>
            </a:r>
          </a:p>
        </p:txBody>
      </p:sp>
      <p:grpSp>
        <p:nvGrpSpPr>
          <p:cNvPr id="98" name="Group 66">
            <a:extLst>
              <a:ext uri="{FF2B5EF4-FFF2-40B4-BE49-F238E27FC236}">
                <a16:creationId xmlns:a16="http://schemas.microsoft.com/office/drawing/2014/main" id="{7A33E76B-0B7D-BD4C-95A3-F5F9B6632736}"/>
              </a:ext>
            </a:extLst>
          </p:cNvPr>
          <p:cNvGrpSpPr>
            <a:grpSpLocks/>
          </p:cNvGrpSpPr>
          <p:nvPr/>
        </p:nvGrpSpPr>
        <p:grpSpPr bwMode="auto">
          <a:xfrm>
            <a:off x="1923392" y="1467723"/>
            <a:ext cx="779505" cy="679450"/>
            <a:chOff x="-44" y="1473"/>
            <a:chExt cx="981" cy="1105"/>
          </a:xfrm>
        </p:grpSpPr>
        <p:pic>
          <p:nvPicPr>
            <p:cNvPr id="116" name="Picture 67" descr="desktop_computer_stylized_medium">
              <a:extLst>
                <a:ext uri="{FF2B5EF4-FFF2-40B4-BE49-F238E27FC236}">
                  <a16:creationId xmlns:a16="http://schemas.microsoft.com/office/drawing/2014/main" id="{388E3E99-7752-0140-B682-2CFDCCFDA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68">
              <a:extLst>
                <a:ext uri="{FF2B5EF4-FFF2-40B4-BE49-F238E27FC236}">
                  <a16:creationId xmlns:a16="http://schemas.microsoft.com/office/drawing/2014/main" id="{C233087D-1E28-874B-99E3-90A56E5DA77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9" name="Group 69">
            <a:extLst>
              <a:ext uri="{FF2B5EF4-FFF2-40B4-BE49-F238E27FC236}">
                <a16:creationId xmlns:a16="http://schemas.microsoft.com/office/drawing/2014/main" id="{53B22ADC-2C36-5141-AAAC-31B53FC8C1F4}"/>
              </a:ext>
            </a:extLst>
          </p:cNvPr>
          <p:cNvGrpSpPr>
            <a:grpSpLocks/>
          </p:cNvGrpSpPr>
          <p:nvPr/>
        </p:nvGrpSpPr>
        <p:grpSpPr bwMode="auto">
          <a:xfrm>
            <a:off x="1914200" y="2474691"/>
            <a:ext cx="779506" cy="679450"/>
            <a:chOff x="-44" y="1473"/>
            <a:chExt cx="981" cy="1105"/>
          </a:xfrm>
        </p:grpSpPr>
        <p:pic>
          <p:nvPicPr>
            <p:cNvPr id="114" name="Picture 70" descr="desktop_computer_stylized_medium">
              <a:extLst>
                <a:ext uri="{FF2B5EF4-FFF2-40B4-BE49-F238E27FC236}">
                  <a16:creationId xmlns:a16="http://schemas.microsoft.com/office/drawing/2014/main" id="{DA4C023E-F595-544A-9929-08480475A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71">
              <a:extLst>
                <a:ext uri="{FF2B5EF4-FFF2-40B4-BE49-F238E27FC236}">
                  <a16:creationId xmlns:a16="http://schemas.microsoft.com/office/drawing/2014/main" id="{BD3780DD-1306-2540-89B8-0A42DEECFC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2377 w 356"/>
                <a:gd name="T3" fmla="*/ 2307 h 368"/>
                <a:gd name="T4" fmla="*/ 38409 w 356"/>
                <a:gd name="T5" fmla="*/ 48069 h 368"/>
                <a:gd name="T6" fmla="*/ 8465 w 356"/>
                <a:gd name="T7" fmla="*/ 601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Text Box 41">
            <a:extLst>
              <a:ext uri="{FF2B5EF4-FFF2-40B4-BE49-F238E27FC236}">
                <a16:creationId xmlns:a16="http://schemas.microsoft.com/office/drawing/2014/main" id="{488CD73E-ECC7-E842-9578-1478C5F11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3286" y="1145961"/>
            <a:ext cx="17685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transmission</a:t>
            </a:r>
          </a:p>
        </p:txBody>
      </p:sp>
      <p:sp>
        <p:nvSpPr>
          <p:cNvPr id="101" name="Line 42">
            <a:extLst>
              <a:ext uri="{FF2B5EF4-FFF2-40B4-BE49-F238E27FC236}">
                <a16:creationId xmlns:a16="http://schemas.microsoft.com/office/drawing/2014/main" id="{B22F26F3-A41E-8848-BDA7-FE528ACF22F9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4038725" y="1443910"/>
            <a:ext cx="528667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Rectangle 31">
            <a:extLst>
              <a:ext uri="{FF2B5EF4-FFF2-40B4-BE49-F238E27FC236}">
                <a16:creationId xmlns:a16="http://schemas.microsoft.com/office/drawing/2014/main" id="{9C43DB7F-CC6C-3D47-AEBE-0F3B6F741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441" y="2630267"/>
            <a:ext cx="139773" cy="185197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4" name="Line 33">
            <a:extLst>
              <a:ext uri="{FF2B5EF4-FFF2-40B4-BE49-F238E27FC236}">
                <a16:creationId xmlns:a16="http://schemas.microsoft.com/office/drawing/2014/main" id="{1420A34E-BA5D-D248-8FAC-DCC28151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7771" y="2599885"/>
            <a:ext cx="219680" cy="1619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E58503-FA9B-1542-A0D6-E85B92D1E5BA}"/>
              </a:ext>
            </a:extLst>
          </p:cNvPr>
          <p:cNvCxnSpPr/>
          <p:nvPr/>
        </p:nvCxnSpPr>
        <p:spPr>
          <a:xfrm>
            <a:off x="4880582" y="2238559"/>
            <a:ext cx="338899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9D3C3B-F6BB-8747-AE74-C4B438FB99F4}"/>
              </a:ext>
            </a:extLst>
          </p:cNvPr>
          <p:cNvGrpSpPr/>
          <p:nvPr/>
        </p:nvGrpSpPr>
        <p:grpSpPr>
          <a:xfrm>
            <a:off x="7991017" y="1778258"/>
            <a:ext cx="1511352" cy="863670"/>
            <a:chOff x="7493876" y="2774731"/>
            <a:chExt cx="1481958" cy="894622"/>
          </a:xfrm>
        </p:grpSpPr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D7E8999-C7DA-4C41-AF40-118E015147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1FE0DA3-6E20-DC4B-8111-DD2816780A5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27FD192-76B7-BB4E-8D74-8B6F33DBA7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30CC598-6AE0-744A-9CEF-611CD26990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F0B09B4D-82A4-6D4A-B104-F100560C449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7CB1C4B0-5780-D24E-8D85-35BA5CE4255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78B6DE2-15CA-DC49-A0BD-10E78562E1D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Rectangle 4">
            <a:extLst>
              <a:ext uri="{FF2B5EF4-FFF2-40B4-BE49-F238E27FC236}">
                <a16:creationId xmlns:a16="http://schemas.microsoft.com/office/drawing/2014/main" id="{4367B5FB-6961-314F-9C99-C943E30E4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610" y="4448702"/>
            <a:ext cx="5147743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prop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: propagation delay: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: length of physical link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: propagation speed (~2x10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m/sec)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charset="0"/>
              <a:buChar char="§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prop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=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/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3032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Line 321">
            <a:extLst>
              <a:ext uri="{FF2B5EF4-FFF2-40B4-BE49-F238E27FC236}">
                <a16:creationId xmlns:a16="http://schemas.microsoft.com/office/drawing/2014/main" id="{3126CBA0-B637-EA43-AF7F-E011318DF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779" y="4480629"/>
            <a:ext cx="63166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9E117FAC-DD71-2841-B7A4-CC7377DD9672}"/>
              </a:ext>
            </a:extLst>
          </p:cNvPr>
          <p:cNvGrpSpPr/>
          <p:nvPr/>
        </p:nvGrpSpPr>
        <p:grpSpPr>
          <a:xfrm>
            <a:off x="4551470" y="4103771"/>
            <a:ext cx="1463604" cy="737240"/>
            <a:chOff x="7493876" y="2774731"/>
            <a:chExt cx="1481958" cy="894622"/>
          </a:xfrm>
        </p:grpSpPr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8BB48DB0-8C5D-004F-B9CE-3206F91F8A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ED05AE36-8F36-F942-94A6-2BA819CD30A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7A4729A4-A1F6-DF49-A60A-44BF1ECD735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40897A26-02AE-B342-8B9D-CC1606C29E3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5AD51D90-0DBF-5941-A195-23707A53FCE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C2FFDCAB-1FB6-B14D-887A-093D9A7A5E7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7D1F7198-65E3-1B44-8C17-E6AF9ECF4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Throughput</a:t>
            </a:r>
            <a:endParaRPr lang="en-US" sz="4400" dirty="0"/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494751C5-3228-E445-BD01-72428A7EAB59}"/>
              </a:ext>
            </a:extLst>
          </p:cNvPr>
          <p:cNvSpPr txBox="1">
            <a:spLocks noChangeArrowheads="1"/>
          </p:cNvSpPr>
          <p:nvPr/>
        </p:nvSpPr>
        <p:spPr>
          <a:xfrm>
            <a:off x="989013" y="1359295"/>
            <a:ext cx="10973804" cy="1779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rate (bits/time unit) at which bits are being sent from sender to receiver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instantaneous: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rate at given point in time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average: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rate over longer period of time</a:t>
            </a:r>
          </a:p>
        </p:txBody>
      </p:sp>
      <p:sp>
        <p:nvSpPr>
          <p:cNvPr id="232" name="AutoShape 327">
            <a:extLst>
              <a:ext uri="{FF2B5EF4-FFF2-40B4-BE49-F238E27FC236}">
                <a16:creationId xmlns:a16="http://schemas.microsoft.com/office/drawing/2014/main" id="{5F173245-5658-9842-84FB-CB60E39B4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0004" y="3615115"/>
            <a:ext cx="500062" cy="581025"/>
          </a:xfrm>
          <a:prstGeom prst="can">
            <a:avLst>
              <a:gd name="adj" fmla="val 23491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233" name="Group 64">
            <a:extLst>
              <a:ext uri="{FF2B5EF4-FFF2-40B4-BE49-F238E27FC236}">
                <a16:creationId xmlns:a16="http://schemas.microsoft.com/office/drawing/2014/main" id="{67159F46-3967-E744-8DC9-4BF77234442F}"/>
              </a:ext>
            </a:extLst>
          </p:cNvPr>
          <p:cNvGrpSpPr>
            <a:grpSpLocks/>
          </p:cNvGrpSpPr>
          <p:nvPr/>
        </p:nvGrpSpPr>
        <p:grpSpPr bwMode="auto">
          <a:xfrm>
            <a:off x="2538054" y="4021842"/>
            <a:ext cx="352425" cy="876300"/>
            <a:chOff x="4140" y="429"/>
            <a:chExt cx="1425" cy="2396"/>
          </a:xfrm>
        </p:grpSpPr>
        <p:sp>
          <p:nvSpPr>
            <p:cNvPr id="234" name="Freeform 65">
              <a:extLst>
                <a:ext uri="{FF2B5EF4-FFF2-40B4-BE49-F238E27FC236}">
                  <a16:creationId xmlns:a16="http://schemas.microsoft.com/office/drawing/2014/main" id="{18E23374-8E41-5441-B267-3B9BBC53C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35" name="Rectangle 66">
              <a:extLst>
                <a:ext uri="{FF2B5EF4-FFF2-40B4-BE49-F238E27FC236}">
                  <a16:creationId xmlns:a16="http://schemas.microsoft.com/office/drawing/2014/main" id="{27E4969F-608F-ED4F-8638-18FB214A4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36" name="Freeform 67">
              <a:extLst>
                <a:ext uri="{FF2B5EF4-FFF2-40B4-BE49-F238E27FC236}">
                  <a16:creationId xmlns:a16="http://schemas.microsoft.com/office/drawing/2014/main" id="{846F4A49-2AF9-7341-80F3-DC7E3F141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37" name="Freeform 68">
              <a:extLst>
                <a:ext uri="{FF2B5EF4-FFF2-40B4-BE49-F238E27FC236}">
                  <a16:creationId xmlns:a16="http://schemas.microsoft.com/office/drawing/2014/main" id="{EC71E4BE-7627-F340-B915-B49710245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38" name="Rectangle 69">
              <a:extLst>
                <a:ext uri="{FF2B5EF4-FFF2-40B4-BE49-F238E27FC236}">
                  <a16:creationId xmlns:a16="http://schemas.microsoft.com/office/drawing/2014/main" id="{39BFB098-B374-994B-AE99-4F9D17A4D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39" name="Group 70">
              <a:extLst>
                <a:ext uri="{FF2B5EF4-FFF2-40B4-BE49-F238E27FC236}">
                  <a16:creationId xmlns:a16="http://schemas.microsoft.com/office/drawing/2014/main" id="{71537DBF-21A3-7C4A-9E72-AADF2D0ED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4" name="AutoShape 71">
                <a:extLst>
                  <a:ext uri="{FF2B5EF4-FFF2-40B4-BE49-F238E27FC236}">
                    <a16:creationId xmlns:a16="http://schemas.microsoft.com/office/drawing/2014/main" id="{66BF3AD7-2A1F-894F-AB3E-2B0CE27C8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65" name="AutoShape 72">
                <a:extLst>
                  <a:ext uri="{FF2B5EF4-FFF2-40B4-BE49-F238E27FC236}">
                    <a16:creationId xmlns:a16="http://schemas.microsoft.com/office/drawing/2014/main" id="{B978B677-CCD4-A441-ACE5-4B37776C7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240" name="Rectangle 73">
              <a:extLst>
                <a:ext uri="{FF2B5EF4-FFF2-40B4-BE49-F238E27FC236}">
                  <a16:creationId xmlns:a16="http://schemas.microsoft.com/office/drawing/2014/main" id="{87FAAAA1-868A-A144-AF79-9ADFFCEF3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41" name="Group 74">
              <a:extLst>
                <a:ext uri="{FF2B5EF4-FFF2-40B4-BE49-F238E27FC236}">
                  <a16:creationId xmlns:a16="http://schemas.microsoft.com/office/drawing/2014/main" id="{CDE6DCC7-0A8B-2541-8C76-B2190F25D2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2" name="AutoShape 75">
                <a:extLst>
                  <a:ext uri="{FF2B5EF4-FFF2-40B4-BE49-F238E27FC236}">
                    <a16:creationId xmlns:a16="http://schemas.microsoft.com/office/drawing/2014/main" id="{6D9E7A58-B5A8-C440-B788-66B957245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63" name="AutoShape 76">
                <a:extLst>
                  <a:ext uri="{FF2B5EF4-FFF2-40B4-BE49-F238E27FC236}">
                    <a16:creationId xmlns:a16="http://schemas.microsoft.com/office/drawing/2014/main" id="{81AE3D1A-686F-644D-9B4E-3E1E85407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242" name="Rectangle 77">
              <a:extLst>
                <a:ext uri="{FF2B5EF4-FFF2-40B4-BE49-F238E27FC236}">
                  <a16:creationId xmlns:a16="http://schemas.microsoft.com/office/drawing/2014/main" id="{C9C2D902-8035-BE42-B27B-AB7485B0C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43" name="Rectangle 78">
              <a:extLst>
                <a:ext uri="{FF2B5EF4-FFF2-40B4-BE49-F238E27FC236}">
                  <a16:creationId xmlns:a16="http://schemas.microsoft.com/office/drawing/2014/main" id="{5A1C3FEB-4927-F742-8C1F-5CF5556DE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44" name="Group 79">
              <a:extLst>
                <a:ext uri="{FF2B5EF4-FFF2-40B4-BE49-F238E27FC236}">
                  <a16:creationId xmlns:a16="http://schemas.microsoft.com/office/drawing/2014/main" id="{D2A72B02-ADAB-FE44-9468-3B43E6DB3E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0" name="AutoShape 80">
                <a:extLst>
                  <a:ext uri="{FF2B5EF4-FFF2-40B4-BE49-F238E27FC236}">
                    <a16:creationId xmlns:a16="http://schemas.microsoft.com/office/drawing/2014/main" id="{A1A29232-9E86-634B-8831-8B3719318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61" name="AutoShape 81">
                <a:extLst>
                  <a:ext uri="{FF2B5EF4-FFF2-40B4-BE49-F238E27FC236}">
                    <a16:creationId xmlns:a16="http://schemas.microsoft.com/office/drawing/2014/main" id="{138F9F1B-5A09-C54A-8F38-4FBA6FFE4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245" name="Freeform 82">
              <a:extLst>
                <a:ext uri="{FF2B5EF4-FFF2-40B4-BE49-F238E27FC236}">
                  <a16:creationId xmlns:a16="http://schemas.microsoft.com/office/drawing/2014/main" id="{EDD21BCA-4123-324D-B71B-475B7D03C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46" name="Group 83">
              <a:extLst>
                <a:ext uri="{FF2B5EF4-FFF2-40B4-BE49-F238E27FC236}">
                  <a16:creationId xmlns:a16="http://schemas.microsoft.com/office/drawing/2014/main" id="{791D1F13-E15D-3C4F-AB67-56D2965D4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8" name="AutoShape 84">
                <a:extLst>
                  <a:ext uri="{FF2B5EF4-FFF2-40B4-BE49-F238E27FC236}">
                    <a16:creationId xmlns:a16="http://schemas.microsoft.com/office/drawing/2014/main" id="{13423582-B530-6D49-927C-1307226E7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59" name="AutoShape 85">
                <a:extLst>
                  <a:ext uri="{FF2B5EF4-FFF2-40B4-BE49-F238E27FC236}">
                    <a16:creationId xmlns:a16="http://schemas.microsoft.com/office/drawing/2014/main" id="{CC15074F-1F06-4B4F-9C77-C1CA17ACA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247" name="Rectangle 86">
              <a:extLst>
                <a:ext uri="{FF2B5EF4-FFF2-40B4-BE49-F238E27FC236}">
                  <a16:creationId xmlns:a16="http://schemas.microsoft.com/office/drawing/2014/main" id="{81BB7800-4ED5-D84D-B257-C94B51DF5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48" name="Freeform 87">
              <a:extLst>
                <a:ext uri="{FF2B5EF4-FFF2-40B4-BE49-F238E27FC236}">
                  <a16:creationId xmlns:a16="http://schemas.microsoft.com/office/drawing/2014/main" id="{AF9C8EDC-F5CE-1A46-A494-23925A5A7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49" name="Freeform 88">
              <a:extLst>
                <a:ext uri="{FF2B5EF4-FFF2-40B4-BE49-F238E27FC236}">
                  <a16:creationId xmlns:a16="http://schemas.microsoft.com/office/drawing/2014/main" id="{0663E233-F771-A246-84D6-36A0AA5C7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0" name="Oval 89">
              <a:extLst>
                <a:ext uri="{FF2B5EF4-FFF2-40B4-BE49-F238E27FC236}">
                  <a16:creationId xmlns:a16="http://schemas.microsoft.com/office/drawing/2014/main" id="{3F5ABDC5-D954-4D4D-A3B4-7A133CD71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1" name="Freeform 90">
              <a:extLst>
                <a:ext uri="{FF2B5EF4-FFF2-40B4-BE49-F238E27FC236}">
                  <a16:creationId xmlns:a16="http://schemas.microsoft.com/office/drawing/2014/main" id="{B976B037-AAAD-864E-94BA-6AFFD4E96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2" name="AutoShape 91">
              <a:extLst>
                <a:ext uri="{FF2B5EF4-FFF2-40B4-BE49-F238E27FC236}">
                  <a16:creationId xmlns:a16="http://schemas.microsoft.com/office/drawing/2014/main" id="{F4F4A156-282A-314C-8FCF-EB151E922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3" name="AutoShape 92">
              <a:extLst>
                <a:ext uri="{FF2B5EF4-FFF2-40B4-BE49-F238E27FC236}">
                  <a16:creationId xmlns:a16="http://schemas.microsoft.com/office/drawing/2014/main" id="{80AE788A-CE80-7741-B4E5-F6C880916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4" name="Oval 93">
              <a:extLst>
                <a:ext uri="{FF2B5EF4-FFF2-40B4-BE49-F238E27FC236}">
                  <a16:creationId xmlns:a16="http://schemas.microsoft.com/office/drawing/2014/main" id="{BB81643B-3A3A-0C41-86BE-809F30A17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5" name="Oval 94">
              <a:extLst>
                <a:ext uri="{FF2B5EF4-FFF2-40B4-BE49-F238E27FC236}">
                  <a16:creationId xmlns:a16="http://schemas.microsoft.com/office/drawing/2014/main" id="{0A2F6572-0039-324D-A51E-D01D404A5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6" name="Oval 95">
              <a:extLst>
                <a:ext uri="{FF2B5EF4-FFF2-40B4-BE49-F238E27FC236}">
                  <a16:creationId xmlns:a16="http://schemas.microsoft.com/office/drawing/2014/main" id="{43600795-A6CA-4C4B-9800-07AB28F89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57" name="Rectangle 96">
              <a:extLst>
                <a:ext uri="{FF2B5EF4-FFF2-40B4-BE49-F238E27FC236}">
                  <a16:creationId xmlns:a16="http://schemas.microsoft.com/office/drawing/2014/main" id="{32CFBA4E-295B-BF40-8717-00CE1511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grpSp>
        <p:nvGrpSpPr>
          <p:cNvPr id="266" name="Group 61">
            <a:extLst>
              <a:ext uri="{FF2B5EF4-FFF2-40B4-BE49-F238E27FC236}">
                <a16:creationId xmlns:a16="http://schemas.microsoft.com/office/drawing/2014/main" id="{2E0D8697-E30E-C84C-9F0E-29142F2D4E6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843242" y="4083754"/>
            <a:ext cx="1192212" cy="1171575"/>
            <a:chOff x="-44" y="1473"/>
            <a:chExt cx="981" cy="1105"/>
          </a:xfrm>
        </p:grpSpPr>
        <p:pic>
          <p:nvPicPr>
            <p:cNvPr id="267" name="Picture 62" descr="desktop_computer_stylized_medium">
              <a:extLst>
                <a:ext uri="{FF2B5EF4-FFF2-40B4-BE49-F238E27FC236}">
                  <a16:creationId xmlns:a16="http://schemas.microsoft.com/office/drawing/2014/main" id="{85154182-D3D3-494A-8DEB-F001E6EB4B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8" name="Freeform 63">
              <a:extLst>
                <a:ext uri="{FF2B5EF4-FFF2-40B4-BE49-F238E27FC236}">
                  <a16:creationId xmlns:a16="http://schemas.microsoft.com/office/drawing/2014/main" id="{E36B34F6-C549-9143-AA71-C07DF7E0B17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269" name="Text Box 325">
            <a:extLst>
              <a:ext uri="{FF2B5EF4-FFF2-40B4-BE49-F238E27FC236}">
                <a16:creationId xmlns:a16="http://schemas.microsoft.com/office/drawing/2014/main" id="{2685AEBC-A012-9B46-B78A-88C2A3D51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820" y="5516537"/>
            <a:ext cx="2198742" cy="103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server, with</a:t>
            </a:r>
          </a:p>
          <a:p>
            <a:pPr marL="0" marR="0" lvl="0" indent="0" algn="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file of F bits </a:t>
            </a:r>
          </a:p>
          <a:p>
            <a:pPr marL="0" marR="0" lvl="0" indent="0" algn="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to send to client</a:t>
            </a:r>
          </a:p>
        </p:txBody>
      </p:sp>
      <p:sp>
        <p:nvSpPr>
          <p:cNvPr id="270" name="Text Box 328">
            <a:extLst>
              <a:ext uri="{FF2B5EF4-FFF2-40B4-BE49-F238E27FC236}">
                <a16:creationId xmlns:a16="http://schemas.microsoft.com/office/drawing/2014/main" id="{99E6BFD3-F62C-B043-9B11-0DBFC35AC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926" y="4936011"/>
            <a:ext cx="1722587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link capacity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R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s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bits/sec</a:t>
            </a:r>
          </a:p>
        </p:txBody>
      </p:sp>
      <p:sp>
        <p:nvSpPr>
          <p:cNvPr id="271" name="Text Box 329">
            <a:extLst>
              <a:ext uri="{FF2B5EF4-FFF2-40B4-BE49-F238E27FC236}">
                <a16:creationId xmlns:a16="http://schemas.microsoft.com/office/drawing/2014/main" id="{A5259771-F5CC-2A4E-B736-3B818B7FD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7773" y="4939162"/>
            <a:ext cx="1722587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link capacity</a:t>
            </a:r>
          </a:p>
          <a:p>
            <a:pPr marL="0" marR="0" lvl="0" indent="0" algn="ctr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R</a:t>
            </a:r>
            <a:r>
              <a:rPr kumimoji="0" lang="en-US" altLang="en-US" sz="32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c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bits/sec</a:t>
            </a:r>
          </a:p>
        </p:txBody>
      </p:sp>
      <p:grpSp>
        <p:nvGrpSpPr>
          <p:cNvPr id="301" name="Group 99">
            <a:extLst>
              <a:ext uri="{FF2B5EF4-FFF2-40B4-BE49-F238E27FC236}">
                <a16:creationId xmlns:a16="http://schemas.microsoft.com/office/drawing/2014/main" id="{4B6F3DA1-2A9C-2E4C-B823-1CEA5B30C4A7}"/>
              </a:ext>
            </a:extLst>
          </p:cNvPr>
          <p:cNvGrpSpPr>
            <a:grpSpLocks/>
          </p:cNvGrpSpPr>
          <p:nvPr/>
        </p:nvGrpSpPr>
        <p:grpSpPr bwMode="auto">
          <a:xfrm>
            <a:off x="644751" y="4976621"/>
            <a:ext cx="9050338" cy="1484313"/>
            <a:chOff x="-335" y="3658"/>
            <a:chExt cx="5701" cy="935"/>
          </a:xfrm>
        </p:grpSpPr>
        <p:sp>
          <p:nvSpPr>
            <p:cNvPr id="302" name="Text Box 353">
              <a:extLst>
                <a:ext uri="{FF2B5EF4-FFF2-40B4-BE49-F238E27FC236}">
                  <a16:creationId xmlns:a16="http://schemas.microsoft.com/office/drawing/2014/main" id="{07E7AB23-0BD9-F14F-9990-6EF08491E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35" y="3942"/>
              <a:ext cx="1461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server sends bits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(fluid) into pipe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03" name="Text Box 336">
              <a:extLst>
                <a:ext uri="{FF2B5EF4-FFF2-40B4-BE49-F238E27FC236}">
                  <a16:creationId xmlns:a16="http://schemas.microsoft.com/office/drawing/2014/main" id="{22B4F102-0AE6-894B-9FDB-169832FE1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3661"/>
              <a:ext cx="1769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ill Sans MT" panose="020B0502020104020203" pitchFamily="34" charset="77"/>
                  <a:ea typeface="ＭＳ Ｐゴシック" panose="020B0600070205080204" pitchFamily="34" charset="-128"/>
                  <a:cs typeface="Arial"/>
                </a:rPr>
                <a:t> 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pipe that can carry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fluid at rate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(</a:t>
              </a:r>
              <a:r>
                <a:rPr kumimoji="0" lang="en-US" alt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32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s</a:t>
              </a:r>
              <a:r>
                <a:rPr kumimoji="0" lang="en-US" alt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bits/sec)</a:t>
              </a:r>
            </a:p>
          </p:txBody>
        </p:sp>
        <p:sp>
          <p:nvSpPr>
            <p:cNvPr id="304" name="Text Box 346">
              <a:extLst>
                <a:ext uri="{FF2B5EF4-FFF2-40B4-BE49-F238E27FC236}">
                  <a16:creationId xmlns:a16="http://schemas.microsoft.com/office/drawing/2014/main" id="{99C94E9C-7B58-B945-A1E2-8510D3FF8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3658"/>
              <a:ext cx="1860" cy="65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pipe that can carry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fluid at rate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(R</a:t>
              </a:r>
              <a:r>
                <a:rPr kumimoji="0" lang="en-US" altLang="en-US" sz="32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c</a:t>
              </a:r>
              <a:r>
                <a:rPr kumimoji="0" lang="en-US" altLang="en-US" sz="2400" b="0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bits/sec)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A92D340-73A9-4F49-8534-B5C904B778B4}"/>
              </a:ext>
            </a:extLst>
          </p:cNvPr>
          <p:cNvGrpSpPr/>
          <p:nvPr/>
        </p:nvGrpSpPr>
        <p:grpSpPr>
          <a:xfrm>
            <a:off x="2071329" y="4013904"/>
            <a:ext cx="7826649" cy="763664"/>
            <a:chOff x="2071329" y="4013904"/>
            <a:chExt cx="7826649" cy="763664"/>
          </a:xfrm>
        </p:grpSpPr>
        <p:sp>
          <p:nvSpPr>
            <p:cNvPr id="290" name="AutoShape 350">
              <a:extLst>
                <a:ext uri="{FF2B5EF4-FFF2-40B4-BE49-F238E27FC236}">
                  <a16:creationId xmlns:a16="http://schemas.microsoft.com/office/drawing/2014/main" id="{3D33AE23-1C65-834A-A5D5-8D03E4720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8978" y="4275842"/>
              <a:ext cx="889000" cy="485775"/>
            </a:xfrm>
            <a:prstGeom prst="rightArrow">
              <a:avLst>
                <a:gd name="adj1" fmla="val 50000"/>
                <a:gd name="adj2" fmla="val 45752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91" name="Group 335">
              <a:extLst>
                <a:ext uri="{FF2B5EF4-FFF2-40B4-BE49-F238E27FC236}">
                  <a16:creationId xmlns:a16="http://schemas.microsoft.com/office/drawing/2014/main" id="{1AB0D837-8757-A24A-AA3E-5914390BD0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469" y="4319954"/>
              <a:ext cx="2322512" cy="392112"/>
              <a:chOff x="2249" y="3430"/>
              <a:chExt cx="1389" cy="256"/>
            </a:xfrm>
          </p:grpSpPr>
          <p:sp>
            <p:nvSpPr>
              <p:cNvPr id="292" name="Oval 333">
                <a:extLst>
                  <a:ext uri="{FF2B5EF4-FFF2-40B4-BE49-F238E27FC236}">
                    <a16:creationId xmlns:a16="http://schemas.microsoft.com/office/drawing/2014/main" id="{6E6EF4F3-E324-EE41-857E-2F00CC4C3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3" name="Rectangle 332">
                <a:extLst>
                  <a:ext uri="{FF2B5EF4-FFF2-40B4-BE49-F238E27FC236}">
                    <a16:creationId xmlns:a16="http://schemas.microsoft.com/office/drawing/2014/main" id="{B2682ADB-A65B-D047-86A5-56687D6DF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4" name="Oval 331">
                <a:extLst>
                  <a:ext uri="{FF2B5EF4-FFF2-40B4-BE49-F238E27FC236}">
                    <a16:creationId xmlns:a16="http://schemas.microsoft.com/office/drawing/2014/main" id="{C101BC4D-17C9-324C-82E8-C4AAA13D8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95" name="Rectangle 334">
                <a:extLst>
                  <a:ext uri="{FF2B5EF4-FFF2-40B4-BE49-F238E27FC236}">
                    <a16:creationId xmlns:a16="http://schemas.microsoft.com/office/drawing/2014/main" id="{4A8174FB-A99D-5C4E-ADC6-1958FC2B1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grpSp>
          <p:nvGrpSpPr>
            <p:cNvPr id="296" name="Group 341">
              <a:extLst>
                <a:ext uri="{FF2B5EF4-FFF2-40B4-BE49-F238E27FC236}">
                  <a16:creationId xmlns:a16="http://schemas.microsoft.com/office/drawing/2014/main" id="{0EB2E33F-C4E3-1644-9D50-3FCE1862D7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5852" y="4196543"/>
              <a:ext cx="2801937" cy="581025"/>
              <a:chOff x="2249" y="3430"/>
              <a:chExt cx="1389" cy="256"/>
            </a:xfrm>
          </p:grpSpPr>
          <p:sp>
            <p:nvSpPr>
              <p:cNvPr id="297" name="Oval 342">
                <a:extLst>
                  <a:ext uri="{FF2B5EF4-FFF2-40B4-BE49-F238E27FC236}">
                    <a16:creationId xmlns:a16="http://schemas.microsoft.com/office/drawing/2014/main" id="{8B0433EF-9C73-5648-874B-82F2F6B3FE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8" name="Rectangle 343">
                <a:extLst>
                  <a:ext uri="{FF2B5EF4-FFF2-40B4-BE49-F238E27FC236}">
                    <a16:creationId xmlns:a16="http://schemas.microsoft.com/office/drawing/2014/main" id="{4E0FBD5F-0BE8-F549-8413-D4068F104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299" name="Oval 344">
                <a:extLst>
                  <a:ext uri="{FF2B5EF4-FFF2-40B4-BE49-F238E27FC236}">
                    <a16:creationId xmlns:a16="http://schemas.microsoft.com/office/drawing/2014/main" id="{48CAF989-114C-CC4C-8DBF-A27BA3216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300" name="Rectangle 345">
                <a:extLst>
                  <a:ext uri="{FF2B5EF4-FFF2-40B4-BE49-F238E27FC236}">
                    <a16:creationId xmlns:a16="http://schemas.microsoft.com/office/drawing/2014/main" id="{C659DCD3-540C-0146-BAAD-7DBA3AC0F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305" name="AutoShape 351">
              <a:extLst>
                <a:ext uri="{FF2B5EF4-FFF2-40B4-BE49-F238E27FC236}">
                  <a16:creationId xmlns:a16="http://schemas.microsoft.com/office/drawing/2014/main" id="{371DACA7-8356-6549-B395-6F1207E7F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5542" y="4258379"/>
              <a:ext cx="1279525" cy="485775"/>
            </a:xfrm>
            <a:prstGeom prst="rightArrow">
              <a:avLst>
                <a:gd name="adj1" fmla="val 50000"/>
                <a:gd name="adj2" fmla="val 6585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06" name="AutoShape 349">
              <a:extLst>
                <a:ext uri="{FF2B5EF4-FFF2-40B4-BE49-F238E27FC236}">
                  <a16:creationId xmlns:a16="http://schemas.microsoft.com/office/drawing/2014/main" id="{DAF93F8F-35E4-524B-97A1-6252C154B95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071329" y="4013904"/>
              <a:ext cx="974725" cy="720725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1116CC-72E2-1E41-B441-B2A46728B7B8}"/>
              </a:ext>
            </a:extLst>
          </p:cNvPr>
          <p:cNvCxnSpPr/>
          <p:nvPr/>
        </p:nvCxnSpPr>
        <p:spPr>
          <a:xfrm>
            <a:off x="2663444" y="4956164"/>
            <a:ext cx="0" cy="49926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0240B1B8-8762-A749-A5D9-196239F727C6}"/>
              </a:ext>
            </a:extLst>
          </p:cNvPr>
          <p:cNvCxnSpPr/>
          <p:nvPr/>
        </p:nvCxnSpPr>
        <p:spPr>
          <a:xfrm>
            <a:off x="3671250" y="4571341"/>
            <a:ext cx="0" cy="49926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8FDF4627-F3A2-F640-9920-1210DF3A14EE}"/>
              </a:ext>
            </a:extLst>
          </p:cNvPr>
          <p:cNvCxnSpPr/>
          <p:nvPr/>
        </p:nvCxnSpPr>
        <p:spPr>
          <a:xfrm>
            <a:off x="7773171" y="4574886"/>
            <a:ext cx="0" cy="49926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Slide Number Placeholder 5">
            <a:extLst>
              <a:ext uri="{FF2B5EF4-FFF2-40B4-BE49-F238E27FC236}">
                <a16:creationId xmlns:a16="http://schemas.microsoft.com/office/drawing/2014/main" id="{4DCC6A02-3817-1E4F-92DD-D0AA6AC8445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8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Throughput</a:t>
            </a:r>
            <a:endParaRPr lang="en-US" sz="4400" dirty="0"/>
          </a:p>
        </p:txBody>
      </p:sp>
      <p:grpSp>
        <p:nvGrpSpPr>
          <p:cNvPr id="429" name="Group 347">
            <a:extLst>
              <a:ext uri="{FF2B5EF4-FFF2-40B4-BE49-F238E27FC236}">
                <a16:creationId xmlns:a16="http://schemas.microsoft.com/office/drawing/2014/main" id="{29540C2D-9FA0-BB45-BE5F-03C752C3783C}"/>
              </a:ext>
            </a:extLst>
          </p:cNvPr>
          <p:cNvGrpSpPr>
            <a:grpSpLocks/>
          </p:cNvGrpSpPr>
          <p:nvPr/>
        </p:nvGrpSpPr>
        <p:grpSpPr bwMode="auto">
          <a:xfrm>
            <a:off x="4983726" y="4245735"/>
            <a:ext cx="912813" cy="415925"/>
            <a:chOff x="1871277" y="1576300"/>
            <a:chExt cx="1128371" cy="437861"/>
          </a:xfrm>
        </p:grpSpPr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D91E1173-2CC1-804A-8A29-AD5A2B05C5E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D26B5CB1-EFDC-AA4A-94A5-91F1F7893EBE}"/>
                </a:ext>
              </a:extLst>
            </p:cNvPr>
            <p:cNvSpPr/>
            <p:nvPr/>
          </p:nvSpPr>
          <p:spPr bwMode="auto">
            <a:xfrm>
              <a:off x="1871277" y="1740080"/>
              <a:ext cx="1128371" cy="115314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852CB226-E8E6-CA45-95E4-3E2F740D0CC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2F42ECA3-62AC-C34A-9330-F31499A994CD}"/>
                </a:ext>
              </a:extLst>
            </p:cNvPr>
            <p:cNvSpPr/>
            <p:nvPr/>
          </p:nvSpPr>
          <p:spPr bwMode="auto">
            <a:xfrm>
              <a:off x="2159748" y="1673231"/>
              <a:ext cx="547504" cy="160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7DAD661B-B797-0E4F-A7A2-EECB211B3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6D956B9B-0BF1-184A-8A16-0E56F0D92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0CBF6073-15EC-8540-96C4-D4D3FCB6D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F655FBD6-0B65-C943-BD0C-04C522A429F3}"/>
                </a:ext>
              </a:extLst>
            </p:cNvPr>
            <p:cNvCxnSpPr>
              <a:cxnSpLocks noChangeShapeType="1"/>
              <a:endCxn id="43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8319B3C6-5722-1C44-A611-D2468A7B37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39" name="Group 347">
            <a:extLst>
              <a:ext uri="{FF2B5EF4-FFF2-40B4-BE49-F238E27FC236}">
                <a16:creationId xmlns:a16="http://schemas.microsoft.com/office/drawing/2014/main" id="{C4D1F210-8217-DF40-A30E-B4D781BD1617}"/>
              </a:ext>
            </a:extLst>
          </p:cNvPr>
          <p:cNvGrpSpPr>
            <a:grpSpLocks/>
          </p:cNvGrpSpPr>
          <p:nvPr/>
        </p:nvGrpSpPr>
        <p:grpSpPr bwMode="auto">
          <a:xfrm>
            <a:off x="4937689" y="2318255"/>
            <a:ext cx="911225" cy="415925"/>
            <a:chOff x="1871277" y="1576300"/>
            <a:chExt cx="1128371" cy="437861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6C6425EA-486B-F643-943D-D7089FD884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41" name="Rectangle 440">
              <a:extLst>
                <a:ext uri="{FF2B5EF4-FFF2-40B4-BE49-F238E27FC236}">
                  <a16:creationId xmlns:a16="http://schemas.microsoft.com/office/drawing/2014/main" id="{72094855-C429-6140-9FC0-17D4134E8759}"/>
                </a:ext>
              </a:extLst>
            </p:cNvPr>
            <p:cNvSpPr/>
            <p:nvPr/>
          </p:nvSpPr>
          <p:spPr bwMode="auto">
            <a:xfrm>
              <a:off x="1871277" y="1740080"/>
              <a:ext cx="1128371" cy="11531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940E8085-E288-C843-8449-2EE8442917F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E37F0E56-213E-8545-B9F2-BC5003B587C6}"/>
                </a:ext>
              </a:extLst>
            </p:cNvPr>
            <p:cNvSpPr/>
            <p:nvPr/>
          </p:nvSpPr>
          <p:spPr bwMode="auto">
            <a:xfrm>
              <a:off x="2160249" y="1673231"/>
              <a:ext cx="548460" cy="160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57514748-4829-0749-95C6-8FF0B1CB4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81C91DDC-B728-614D-83D3-517272E01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94DD4D4E-9421-A140-AFBD-C2D8D5F7F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44BB3CF6-D387-034B-A66F-B0DB1B8D3A4B}"/>
                </a:ext>
              </a:extLst>
            </p:cNvPr>
            <p:cNvCxnSpPr>
              <a:cxnSpLocks noChangeShapeType="1"/>
              <a:endCxn id="442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7248A1BD-6434-A24C-A1C8-CB863A313A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49" name="Group 140">
            <a:extLst>
              <a:ext uri="{FF2B5EF4-FFF2-40B4-BE49-F238E27FC236}">
                <a16:creationId xmlns:a16="http://schemas.microsoft.com/office/drawing/2014/main" id="{76E7BFD5-92F6-BB41-9E7A-389CECC7F12A}"/>
              </a:ext>
            </a:extLst>
          </p:cNvPr>
          <p:cNvGrpSpPr>
            <a:grpSpLocks/>
          </p:cNvGrpSpPr>
          <p:nvPr/>
        </p:nvGrpSpPr>
        <p:grpSpPr bwMode="auto">
          <a:xfrm>
            <a:off x="2292914" y="1991230"/>
            <a:ext cx="352425" cy="876300"/>
            <a:chOff x="4140" y="429"/>
            <a:chExt cx="1425" cy="2396"/>
          </a:xfrm>
        </p:grpSpPr>
        <p:sp>
          <p:nvSpPr>
            <p:cNvPr id="450" name="Freeform 141">
              <a:extLst>
                <a:ext uri="{FF2B5EF4-FFF2-40B4-BE49-F238E27FC236}">
                  <a16:creationId xmlns:a16="http://schemas.microsoft.com/office/drawing/2014/main" id="{76A5EB39-9919-2444-BBB8-371FCDAF9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51" name="Rectangle 142">
              <a:extLst>
                <a:ext uri="{FF2B5EF4-FFF2-40B4-BE49-F238E27FC236}">
                  <a16:creationId xmlns:a16="http://schemas.microsoft.com/office/drawing/2014/main" id="{60EBDD34-6142-6945-9C14-B79C55F43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52" name="Freeform 143">
              <a:extLst>
                <a:ext uri="{FF2B5EF4-FFF2-40B4-BE49-F238E27FC236}">
                  <a16:creationId xmlns:a16="http://schemas.microsoft.com/office/drawing/2014/main" id="{B8A9862D-8A64-8A4B-AD3D-3D060A37F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53" name="Freeform 144">
              <a:extLst>
                <a:ext uri="{FF2B5EF4-FFF2-40B4-BE49-F238E27FC236}">
                  <a16:creationId xmlns:a16="http://schemas.microsoft.com/office/drawing/2014/main" id="{F1CBBF09-E39A-294C-817A-9DCD90223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54" name="Rectangle 145">
              <a:extLst>
                <a:ext uri="{FF2B5EF4-FFF2-40B4-BE49-F238E27FC236}">
                  <a16:creationId xmlns:a16="http://schemas.microsoft.com/office/drawing/2014/main" id="{0B890F94-5FF7-B74D-888E-B02AA2F69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455" name="Group 146">
              <a:extLst>
                <a:ext uri="{FF2B5EF4-FFF2-40B4-BE49-F238E27FC236}">
                  <a16:creationId xmlns:a16="http://schemas.microsoft.com/office/drawing/2014/main" id="{84C8FF9A-1DFE-5443-B94F-09F2CF137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80" name="AutoShape 147">
                <a:extLst>
                  <a:ext uri="{FF2B5EF4-FFF2-40B4-BE49-F238E27FC236}">
                    <a16:creationId xmlns:a16="http://schemas.microsoft.com/office/drawing/2014/main" id="{82A932A3-A2B5-9E4C-A00D-8314C870E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481" name="AutoShape 148">
                <a:extLst>
                  <a:ext uri="{FF2B5EF4-FFF2-40B4-BE49-F238E27FC236}">
                    <a16:creationId xmlns:a16="http://schemas.microsoft.com/office/drawing/2014/main" id="{7341616C-DDDB-6D4B-8BC1-1DE0014BB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89" cy="10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456" name="Rectangle 149">
              <a:extLst>
                <a:ext uri="{FF2B5EF4-FFF2-40B4-BE49-F238E27FC236}">
                  <a16:creationId xmlns:a16="http://schemas.microsoft.com/office/drawing/2014/main" id="{3016CB06-5ED2-8E44-8314-CF9B8D929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9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457" name="Group 150">
              <a:extLst>
                <a:ext uri="{FF2B5EF4-FFF2-40B4-BE49-F238E27FC236}">
                  <a16:creationId xmlns:a16="http://schemas.microsoft.com/office/drawing/2014/main" id="{50CD732F-502F-EC4B-9B23-19C3F75FAF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78" name="AutoShape 151">
                <a:extLst>
                  <a:ext uri="{FF2B5EF4-FFF2-40B4-BE49-F238E27FC236}">
                    <a16:creationId xmlns:a16="http://schemas.microsoft.com/office/drawing/2014/main" id="{A5BF82DD-4D73-B841-9282-B6B444B47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479" name="AutoShape 152">
                <a:extLst>
                  <a:ext uri="{FF2B5EF4-FFF2-40B4-BE49-F238E27FC236}">
                    <a16:creationId xmlns:a16="http://schemas.microsoft.com/office/drawing/2014/main" id="{507A60A5-AB7C-DA4B-BE79-74DC6F926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458" name="Rectangle 153">
              <a:extLst>
                <a:ext uri="{FF2B5EF4-FFF2-40B4-BE49-F238E27FC236}">
                  <a16:creationId xmlns:a16="http://schemas.microsoft.com/office/drawing/2014/main" id="{5585EA19-FC9A-834A-B1AA-AF0C3E6E4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8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59" name="Rectangle 154">
              <a:extLst>
                <a:ext uri="{FF2B5EF4-FFF2-40B4-BE49-F238E27FC236}">
                  <a16:creationId xmlns:a16="http://schemas.microsoft.com/office/drawing/2014/main" id="{770A4D2E-58C2-9F43-84EA-96616AE78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3"/>
              <a:ext cx="597" cy="48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460" name="Group 155">
              <a:extLst>
                <a:ext uri="{FF2B5EF4-FFF2-40B4-BE49-F238E27FC236}">
                  <a16:creationId xmlns:a16="http://schemas.microsoft.com/office/drawing/2014/main" id="{602A4FA5-6127-4C42-9200-FC441714E0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76" name="AutoShape 156">
                <a:extLst>
                  <a:ext uri="{FF2B5EF4-FFF2-40B4-BE49-F238E27FC236}">
                    <a16:creationId xmlns:a16="http://schemas.microsoft.com/office/drawing/2014/main" id="{73B43881-7B88-5847-AA15-A459E12B9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477" name="AutoShape 157">
                <a:extLst>
                  <a:ext uri="{FF2B5EF4-FFF2-40B4-BE49-F238E27FC236}">
                    <a16:creationId xmlns:a16="http://schemas.microsoft.com/office/drawing/2014/main" id="{37DBC077-A3AE-D44B-9982-D763ECC92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461" name="Freeform 158">
              <a:extLst>
                <a:ext uri="{FF2B5EF4-FFF2-40B4-BE49-F238E27FC236}">
                  <a16:creationId xmlns:a16="http://schemas.microsoft.com/office/drawing/2014/main" id="{0AEC409A-A2D1-D245-802C-A7B4A1016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462" name="Group 159">
              <a:extLst>
                <a:ext uri="{FF2B5EF4-FFF2-40B4-BE49-F238E27FC236}">
                  <a16:creationId xmlns:a16="http://schemas.microsoft.com/office/drawing/2014/main" id="{E58988BF-BC15-CF49-B8AB-9F97656C22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74" name="AutoShape 160">
                <a:extLst>
                  <a:ext uri="{FF2B5EF4-FFF2-40B4-BE49-F238E27FC236}">
                    <a16:creationId xmlns:a16="http://schemas.microsoft.com/office/drawing/2014/main" id="{553DFEC9-BE4E-F94F-936E-C02FFF6CA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475" name="AutoShape 161">
                <a:extLst>
                  <a:ext uri="{FF2B5EF4-FFF2-40B4-BE49-F238E27FC236}">
                    <a16:creationId xmlns:a16="http://schemas.microsoft.com/office/drawing/2014/main" id="{43F743B0-ACF4-3044-851A-E1B9884FB6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463" name="Rectangle 162">
              <a:extLst>
                <a:ext uri="{FF2B5EF4-FFF2-40B4-BE49-F238E27FC236}">
                  <a16:creationId xmlns:a16="http://schemas.microsoft.com/office/drawing/2014/main" id="{D8E8B7E8-6654-B141-80DA-2835D0B6D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64" name="Freeform 163">
              <a:extLst>
                <a:ext uri="{FF2B5EF4-FFF2-40B4-BE49-F238E27FC236}">
                  <a16:creationId xmlns:a16="http://schemas.microsoft.com/office/drawing/2014/main" id="{D47EC0CE-C9B0-544A-9F08-C5F74F5F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65" name="Freeform 164">
              <a:extLst>
                <a:ext uri="{FF2B5EF4-FFF2-40B4-BE49-F238E27FC236}">
                  <a16:creationId xmlns:a16="http://schemas.microsoft.com/office/drawing/2014/main" id="{B6D47BE6-5EDC-5F46-927F-15C18BEEF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66" name="Oval 165">
              <a:extLst>
                <a:ext uri="{FF2B5EF4-FFF2-40B4-BE49-F238E27FC236}">
                  <a16:creationId xmlns:a16="http://schemas.microsoft.com/office/drawing/2014/main" id="{8699D5C3-5E2F-5247-88B1-8F7A5068C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67" name="Freeform 166">
              <a:extLst>
                <a:ext uri="{FF2B5EF4-FFF2-40B4-BE49-F238E27FC236}">
                  <a16:creationId xmlns:a16="http://schemas.microsoft.com/office/drawing/2014/main" id="{BFDFB342-1B41-3C40-90B5-38F87DB8D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68" name="AutoShape 167">
              <a:extLst>
                <a:ext uri="{FF2B5EF4-FFF2-40B4-BE49-F238E27FC236}">
                  <a16:creationId xmlns:a16="http://schemas.microsoft.com/office/drawing/2014/main" id="{31EB1D99-2A1B-554C-9D92-24AAEE387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0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69" name="AutoShape 168">
              <a:extLst>
                <a:ext uri="{FF2B5EF4-FFF2-40B4-BE49-F238E27FC236}">
                  <a16:creationId xmlns:a16="http://schemas.microsoft.com/office/drawing/2014/main" id="{8C5166EA-4FF3-CA4A-89EF-1C89946C1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70" name="Oval 169">
              <a:extLst>
                <a:ext uri="{FF2B5EF4-FFF2-40B4-BE49-F238E27FC236}">
                  <a16:creationId xmlns:a16="http://schemas.microsoft.com/office/drawing/2014/main" id="{45C4253F-C6AA-8F41-9A95-B86147446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71" name="Oval 170">
              <a:extLst>
                <a:ext uri="{FF2B5EF4-FFF2-40B4-BE49-F238E27FC236}">
                  <a16:creationId xmlns:a16="http://schemas.microsoft.com/office/drawing/2014/main" id="{99937982-831E-014F-8011-31A38BC3F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72" name="Oval 171">
              <a:extLst>
                <a:ext uri="{FF2B5EF4-FFF2-40B4-BE49-F238E27FC236}">
                  <a16:creationId xmlns:a16="http://schemas.microsoft.com/office/drawing/2014/main" id="{CB852665-8191-CD47-9BBA-1BC8D1E83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73" name="Rectangle 172">
              <a:extLst>
                <a:ext uri="{FF2B5EF4-FFF2-40B4-BE49-F238E27FC236}">
                  <a16:creationId xmlns:a16="http://schemas.microsoft.com/office/drawing/2014/main" id="{A5B541A2-F634-3F4C-920F-8FEB757F7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482" name="Rectangle 4">
            <a:extLst>
              <a:ext uri="{FF2B5EF4-FFF2-40B4-BE49-F238E27FC236}">
                <a16:creationId xmlns:a16="http://schemas.microsoft.com/office/drawing/2014/main" id="{885A2C98-F0C5-4F48-973F-FB58C4816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539" y="1361756"/>
            <a:ext cx="81502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</a:t>
            </a:r>
            <a:r>
              <a:rPr kumimoji="0" lang="en-US" altLang="en-US" sz="2800" b="0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&lt; R</a:t>
            </a:r>
            <a:r>
              <a:rPr kumimoji="0" lang="en-US" altLang="en-US" sz="2800" b="0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is average end-end throughput?</a:t>
            </a:r>
          </a:p>
        </p:txBody>
      </p:sp>
      <p:grpSp>
        <p:nvGrpSpPr>
          <p:cNvPr id="483" name="Group 34">
            <a:extLst>
              <a:ext uri="{FF2B5EF4-FFF2-40B4-BE49-F238E27FC236}">
                <a16:creationId xmlns:a16="http://schemas.microsoft.com/office/drawing/2014/main" id="{1D7513B2-BA27-CA43-AABC-A66648BC2AFF}"/>
              </a:ext>
            </a:extLst>
          </p:cNvPr>
          <p:cNvGrpSpPr>
            <a:grpSpLocks/>
          </p:cNvGrpSpPr>
          <p:nvPr/>
        </p:nvGrpSpPr>
        <p:grpSpPr bwMode="auto">
          <a:xfrm>
            <a:off x="2745351" y="2343655"/>
            <a:ext cx="2136775" cy="307975"/>
            <a:chOff x="2249" y="3430"/>
            <a:chExt cx="1389" cy="256"/>
          </a:xfrm>
        </p:grpSpPr>
        <p:sp>
          <p:nvSpPr>
            <p:cNvPr id="484" name="Oval 35">
              <a:extLst>
                <a:ext uri="{FF2B5EF4-FFF2-40B4-BE49-F238E27FC236}">
                  <a16:creationId xmlns:a16="http://schemas.microsoft.com/office/drawing/2014/main" id="{5340CEA1-5B2B-9B46-9AAF-4147EFCAE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3433"/>
              <a:ext cx="69" cy="253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5" name="Rectangle 36">
              <a:extLst>
                <a:ext uri="{FF2B5EF4-FFF2-40B4-BE49-F238E27FC236}">
                  <a16:creationId xmlns:a16="http://schemas.microsoft.com/office/drawing/2014/main" id="{18778160-DBBA-3B4C-9F3C-5804D0719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5" y="3433"/>
              <a:ext cx="1326" cy="253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86" name="Oval 37">
              <a:extLst>
                <a:ext uri="{FF2B5EF4-FFF2-40B4-BE49-F238E27FC236}">
                  <a16:creationId xmlns:a16="http://schemas.microsoft.com/office/drawing/2014/main" id="{8BF0591E-F2E4-8A4C-A92C-C81344F40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3430"/>
              <a:ext cx="69" cy="25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487" name="Rectangle 38">
              <a:extLst>
                <a:ext uri="{FF2B5EF4-FFF2-40B4-BE49-F238E27FC236}">
                  <a16:creationId xmlns:a16="http://schemas.microsoft.com/office/drawing/2014/main" id="{E207FABE-8267-D846-9F45-80EB05CCD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3438"/>
              <a:ext cx="44" cy="24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88" name="Text Box 39">
            <a:extLst>
              <a:ext uri="{FF2B5EF4-FFF2-40B4-BE49-F238E27FC236}">
                <a16:creationId xmlns:a16="http://schemas.microsoft.com/office/drawing/2014/main" id="{957E7C76-675E-574B-8ACD-614388DAE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4214" y="2270741"/>
            <a:ext cx="2586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 R</a:t>
            </a:r>
            <a:r>
              <a:rPr kumimoji="0" lang="en-US" alt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s</a:t>
            </a:r>
            <a:r>
              <a:rPr kumimoji="0" lang="en-US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bits/sec</a:t>
            </a:r>
          </a:p>
        </p:txBody>
      </p:sp>
      <p:sp>
        <p:nvSpPr>
          <p:cNvPr id="489" name="AutoShape 42">
            <a:extLst>
              <a:ext uri="{FF2B5EF4-FFF2-40B4-BE49-F238E27FC236}">
                <a16:creationId xmlns:a16="http://schemas.microsoft.com/office/drawing/2014/main" id="{8A9CF8E3-1601-CD45-8200-B1516EA3BB3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34139" y="2111880"/>
            <a:ext cx="895350" cy="5651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490" name="AutoShape 43">
            <a:extLst>
              <a:ext uri="{FF2B5EF4-FFF2-40B4-BE49-F238E27FC236}">
                <a16:creationId xmlns:a16="http://schemas.microsoft.com/office/drawing/2014/main" id="{ED879A95-B645-8B4D-89AF-6D1789AFE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8251" y="2318255"/>
            <a:ext cx="941624" cy="379413"/>
          </a:xfrm>
          <a:prstGeom prst="rightArrow">
            <a:avLst>
              <a:gd name="adj1" fmla="val 50000"/>
              <a:gd name="adj2" fmla="val 53870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491" name="Group 54">
            <a:extLst>
              <a:ext uri="{FF2B5EF4-FFF2-40B4-BE49-F238E27FC236}">
                <a16:creationId xmlns:a16="http://schemas.microsoft.com/office/drawing/2014/main" id="{5C873AA0-FFD9-7542-BED1-8B7A71AB1C1E}"/>
              </a:ext>
            </a:extLst>
          </p:cNvPr>
          <p:cNvGrpSpPr>
            <a:grpSpLocks/>
          </p:cNvGrpSpPr>
          <p:nvPr/>
        </p:nvGrpSpPr>
        <p:grpSpPr bwMode="auto">
          <a:xfrm>
            <a:off x="6118790" y="2210305"/>
            <a:ext cx="2577607" cy="569913"/>
            <a:chOff x="3130" y="3069"/>
            <a:chExt cx="1765" cy="366"/>
          </a:xfrm>
        </p:grpSpPr>
        <p:grpSp>
          <p:nvGrpSpPr>
            <p:cNvPr id="492" name="Group 45">
              <a:extLst>
                <a:ext uri="{FF2B5EF4-FFF2-40B4-BE49-F238E27FC236}">
                  <a16:creationId xmlns:a16="http://schemas.microsoft.com/office/drawing/2014/main" id="{97D274BB-C29B-ED4E-859A-927860A3F5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0" y="3069"/>
              <a:ext cx="1765" cy="366"/>
              <a:chOff x="2249" y="3430"/>
              <a:chExt cx="1389" cy="256"/>
            </a:xfrm>
          </p:grpSpPr>
          <p:sp>
            <p:nvSpPr>
              <p:cNvPr id="494" name="Oval 46">
                <a:extLst>
                  <a:ext uri="{FF2B5EF4-FFF2-40B4-BE49-F238E27FC236}">
                    <a16:creationId xmlns:a16="http://schemas.microsoft.com/office/drawing/2014/main" id="{2EC17BEE-E58A-6140-B989-B0CDD1C1A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95" name="Rectangle 47">
                <a:extLst>
                  <a:ext uri="{FF2B5EF4-FFF2-40B4-BE49-F238E27FC236}">
                    <a16:creationId xmlns:a16="http://schemas.microsoft.com/office/drawing/2014/main" id="{AD336F13-B720-7341-B116-DA4D9171B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9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496" name="Oval 48">
                <a:extLst>
                  <a:ext uri="{FF2B5EF4-FFF2-40B4-BE49-F238E27FC236}">
                    <a16:creationId xmlns:a16="http://schemas.microsoft.com/office/drawing/2014/main" id="{4B7EF7CF-26D6-F04C-A388-9C2DE746E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497" name="Rectangle 49">
                <a:extLst>
                  <a:ext uri="{FF2B5EF4-FFF2-40B4-BE49-F238E27FC236}">
                    <a16:creationId xmlns:a16="http://schemas.microsoft.com/office/drawing/2014/main" id="{604E850F-FAD3-D34F-8D0B-B1F5F12A4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493" name="Text Box 50">
              <a:extLst>
                <a:ext uri="{FF2B5EF4-FFF2-40B4-BE49-F238E27FC236}">
                  <a16:creationId xmlns:a16="http://schemas.microsoft.com/office/drawing/2014/main" id="{48FDD660-FDC1-BC4D-AF14-61D75C0EB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1" y="3135"/>
              <a:ext cx="170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c</a:t>
              </a:r>
              <a:r>
                <a:rPr kumimoji="0" lang="en-US" alt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bits/sec</a:t>
              </a:r>
            </a:p>
          </p:txBody>
        </p:sp>
      </p:grpSp>
      <p:sp>
        <p:nvSpPr>
          <p:cNvPr id="498" name="Rectangle 56">
            <a:extLst>
              <a:ext uri="{FF2B5EF4-FFF2-40B4-BE49-F238E27FC236}">
                <a16:creationId xmlns:a16="http://schemas.microsoft.com/office/drawing/2014/main" id="{A7FBBFF4-7CCE-3745-9DBF-448559E7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051" y="3170791"/>
            <a:ext cx="806291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R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s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&gt; R</a:t>
            </a:r>
            <a:r>
              <a:rPr kumimoji="0" lang="en-US" altLang="en-US" sz="2800" b="0" i="1" u="none" strike="noStrike" kern="120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c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 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rPr>
              <a:t>What is average end-end throughput?</a:t>
            </a:r>
          </a:p>
        </p:txBody>
      </p:sp>
      <p:grpSp>
        <p:nvGrpSpPr>
          <p:cNvPr id="499" name="Group 209">
            <a:extLst>
              <a:ext uri="{FF2B5EF4-FFF2-40B4-BE49-F238E27FC236}">
                <a16:creationId xmlns:a16="http://schemas.microsoft.com/office/drawing/2014/main" id="{79A28CBF-CC98-364E-9CA1-5406DF2D3C3F}"/>
              </a:ext>
            </a:extLst>
          </p:cNvPr>
          <p:cNvGrpSpPr>
            <a:grpSpLocks/>
          </p:cNvGrpSpPr>
          <p:nvPr/>
        </p:nvGrpSpPr>
        <p:grpSpPr bwMode="auto">
          <a:xfrm>
            <a:off x="1327659" y="5111236"/>
            <a:ext cx="8847138" cy="1282702"/>
            <a:chOff x="186" y="3246"/>
            <a:chExt cx="5573" cy="808"/>
          </a:xfrm>
        </p:grpSpPr>
        <p:sp>
          <p:nvSpPr>
            <p:cNvPr id="500" name="Rectangle 102">
              <a:extLst>
                <a:ext uri="{FF2B5EF4-FFF2-40B4-BE49-F238E27FC236}">
                  <a16:creationId xmlns:a16="http://schemas.microsoft.com/office/drawing/2014/main" id="{A6EA76B5-34A9-BA4F-919C-79EC2F39D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" y="3414"/>
              <a:ext cx="5521" cy="64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01" name="Text Box 101">
              <a:extLst>
                <a:ext uri="{FF2B5EF4-FFF2-40B4-BE49-F238E27FC236}">
                  <a16:creationId xmlns:a16="http://schemas.microsoft.com/office/drawing/2014/main" id="{EC6D6C58-6370-D841-9FF4-E86B32210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" y="3585"/>
              <a:ext cx="552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link on end-end path that constrains  end-end throughput</a:t>
              </a:r>
            </a:p>
          </p:txBody>
        </p:sp>
        <p:sp>
          <p:nvSpPr>
            <p:cNvPr id="502" name="Text Box 104">
              <a:extLst>
                <a:ext uri="{FF2B5EF4-FFF2-40B4-BE49-F238E27FC236}">
                  <a16:creationId xmlns:a16="http://schemas.microsoft.com/office/drawing/2014/main" id="{999DDB29-B5E4-4144-8D94-861082F6D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" y="3246"/>
              <a:ext cx="1629" cy="3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bottleneck link</a:t>
              </a:r>
            </a:p>
          </p:txBody>
        </p:sp>
      </p:grpSp>
      <p:sp>
        <p:nvSpPr>
          <p:cNvPr id="503" name="AutoShape 51">
            <a:extLst>
              <a:ext uri="{FF2B5EF4-FFF2-40B4-BE49-F238E27FC236}">
                <a16:creationId xmlns:a16="http://schemas.microsoft.com/office/drawing/2014/main" id="{ADA15BF7-93C3-524C-B9B7-716C2BEB0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714" y="2311905"/>
            <a:ext cx="1365250" cy="381000"/>
          </a:xfrm>
          <a:prstGeom prst="rightArrow">
            <a:avLst>
              <a:gd name="adj1" fmla="val 50000"/>
              <a:gd name="adj2" fmla="val 89583"/>
            </a:avLst>
          </a:prstGeom>
          <a:gradFill rotWithShape="1">
            <a:gsLst>
              <a:gs pos="0">
                <a:srgbClr val="FFFFFF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504" name="Group 132">
            <a:extLst>
              <a:ext uri="{FF2B5EF4-FFF2-40B4-BE49-F238E27FC236}">
                <a16:creationId xmlns:a16="http://schemas.microsoft.com/office/drawing/2014/main" id="{B3F5B0C7-9CEB-E049-B0C3-0F00703C408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58681" y="2157918"/>
            <a:ext cx="871538" cy="885825"/>
            <a:chOff x="-44" y="1473"/>
            <a:chExt cx="981" cy="1105"/>
          </a:xfrm>
        </p:grpSpPr>
        <p:pic>
          <p:nvPicPr>
            <p:cNvPr id="505" name="Picture 133" descr="desktop_computer_stylized_medium">
              <a:extLst>
                <a:ext uri="{FF2B5EF4-FFF2-40B4-BE49-F238E27FC236}">
                  <a16:creationId xmlns:a16="http://schemas.microsoft.com/office/drawing/2014/main" id="{9D7414AB-58AD-7D46-95D7-2D5B553092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6" name="Freeform 134">
              <a:extLst>
                <a:ext uri="{FF2B5EF4-FFF2-40B4-BE49-F238E27FC236}">
                  <a16:creationId xmlns:a16="http://schemas.microsoft.com/office/drawing/2014/main" id="{D5C4B243-FAF4-7842-9BC1-63CB23F731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507" name="AutoShape 327">
            <a:extLst>
              <a:ext uri="{FF2B5EF4-FFF2-40B4-BE49-F238E27FC236}">
                <a16:creationId xmlns:a16="http://schemas.microsoft.com/office/drawing/2014/main" id="{2F56CE5E-CD88-F243-A5D6-997F5D7E1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826" y="1854705"/>
            <a:ext cx="407988" cy="431800"/>
          </a:xfrm>
          <a:prstGeom prst="can">
            <a:avLst>
              <a:gd name="adj" fmla="val 2139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Arial"/>
            </a:endParaRPr>
          </a:p>
        </p:txBody>
      </p:sp>
      <p:grpSp>
        <p:nvGrpSpPr>
          <p:cNvPr id="508" name="Group 206">
            <a:extLst>
              <a:ext uri="{FF2B5EF4-FFF2-40B4-BE49-F238E27FC236}">
                <a16:creationId xmlns:a16="http://schemas.microsoft.com/office/drawing/2014/main" id="{DC9267E1-3EDB-E748-8467-2A9B485898A2}"/>
              </a:ext>
            </a:extLst>
          </p:cNvPr>
          <p:cNvGrpSpPr>
            <a:grpSpLocks/>
          </p:cNvGrpSpPr>
          <p:nvPr/>
        </p:nvGrpSpPr>
        <p:grpSpPr bwMode="auto">
          <a:xfrm>
            <a:off x="1908739" y="3723447"/>
            <a:ext cx="8126412" cy="1166813"/>
            <a:chOff x="775" y="2474"/>
            <a:chExt cx="5119" cy="735"/>
          </a:xfrm>
        </p:grpSpPr>
        <p:grpSp>
          <p:nvGrpSpPr>
            <p:cNvPr id="509" name="Group 173">
              <a:extLst>
                <a:ext uri="{FF2B5EF4-FFF2-40B4-BE49-F238E27FC236}">
                  <a16:creationId xmlns:a16="http://schemas.microsoft.com/office/drawing/2014/main" id="{017DEB16-2C42-DB4F-AC8D-2F24A202D8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589"/>
              <a:ext cx="222" cy="552"/>
              <a:chOff x="4140" y="429"/>
              <a:chExt cx="1425" cy="2396"/>
            </a:xfrm>
          </p:grpSpPr>
          <p:sp>
            <p:nvSpPr>
              <p:cNvPr id="540" name="Freeform 174">
                <a:extLst>
                  <a:ext uri="{FF2B5EF4-FFF2-40B4-BE49-F238E27FC236}">
                    <a16:creationId xmlns:a16="http://schemas.microsoft.com/office/drawing/2014/main" id="{7071AEAE-A73F-D243-B123-B7B1D9BDF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41" name="Rectangle 175">
                <a:extLst>
                  <a:ext uri="{FF2B5EF4-FFF2-40B4-BE49-F238E27FC236}">
                    <a16:creationId xmlns:a16="http://schemas.microsoft.com/office/drawing/2014/main" id="{70DE3468-CF53-0346-8D80-E9385C7F7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42" name="Freeform 176">
                <a:extLst>
                  <a:ext uri="{FF2B5EF4-FFF2-40B4-BE49-F238E27FC236}">
                    <a16:creationId xmlns:a16="http://schemas.microsoft.com/office/drawing/2014/main" id="{ED311748-A5CC-494E-90AD-11746C8AC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43" name="Freeform 177">
                <a:extLst>
                  <a:ext uri="{FF2B5EF4-FFF2-40B4-BE49-F238E27FC236}">
                    <a16:creationId xmlns:a16="http://schemas.microsoft.com/office/drawing/2014/main" id="{8C78D907-80B8-AF4A-AB8A-5919F960D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44" name="Rectangle 178">
                <a:extLst>
                  <a:ext uri="{FF2B5EF4-FFF2-40B4-BE49-F238E27FC236}">
                    <a16:creationId xmlns:a16="http://schemas.microsoft.com/office/drawing/2014/main" id="{894B83D8-FCC8-084F-9660-A8CED18F9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545" name="Group 179">
                <a:extLst>
                  <a:ext uri="{FF2B5EF4-FFF2-40B4-BE49-F238E27FC236}">
                    <a16:creationId xmlns:a16="http://schemas.microsoft.com/office/drawing/2014/main" id="{FA4C49FB-332B-1C42-B0C2-F3D370F081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70" name="AutoShape 180">
                  <a:extLst>
                    <a:ext uri="{FF2B5EF4-FFF2-40B4-BE49-F238E27FC236}">
                      <a16:creationId xmlns:a16="http://schemas.microsoft.com/office/drawing/2014/main" id="{6BD6D33C-E791-F149-8310-5B3D390F6C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571" name="AutoShape 181">
                  <a:extLst>
                    <a:ext uri="{FF2B5EF4-FFF2-40B4-BE49-F238E27FC236}">
                      <a16:creationId xmlns:a16="http://schemas.microsoft.com/office/drawing/2014/main" id="{5E71277F-C04C-3142-838B-6EE506CB21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89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546" name="Rectangle 182">
                <a:extLst>
                  <a:ext uri="{FF2B5EF4-FFF2-40B4-BE49-F238E27FC236}">
                    <a16:creationId xmlns:a16="http://schemas.microsoft.com/office/drawing/2014/main" id="{24A16DC6-2460-DC4F-994B-EF8DC5F2A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9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547" name="Group 183">
                <a:extLst>
                  <a:ext uri="{FF2B5EF4-FFF2-40B4-BE49-F238E27FC236}">
                    <a16:creationId xmlns:a16="http://schemas.microsoft.com/office/drawing/2014/main" id="{98E7E366-D731-D346-83EB-43C23A31E5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68" name="AutoShape 184">
                  <a:extLst>
                    <a:ext uri="{FF2B5EF4-FFF2-40B4-BE49-F238E27FC236}">
                      <a16:creationId xmlns:a16="http://schemas.microsoft.com/office/drawing/2014/main" id="{12E76A99-F292-4942-B7EA-16F260F71E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569" name="AutoShape 185">
                  <a:extLst>
                    <a:ext uri="{FF2B5EF4-FFF2-40B4-BE49-F238E27FC236}">
                      <a16:creationId xmlns:a16="http://schemas.microsoft.com/office/drawing/2014/main" id="{981E5C21-5C45-464D-B45B-155529C9BC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548" name="Rectangle 186">
                <a:extLst>
                  <a:ext uri="{FF2B5EF4-FFF2-40B4-BE49-F238E27FC236}">
                    <a16:creationId xmlns:a16="http://schemas.microsoft.com/office/drawing/2014/main" id="{464DC274-CDF8-6E47-9806-008A0A6CC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8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49" name="Rectangle 187">
                <a:extLst>
                  <a:ext uri="{FF2B5EF4-FFF2-40B4-BE49-F238E27FC236}">
                    <a16:creationId xmlns:a16="http://schemas.microsoft.com/office/drawing/2014/main" id="{98AC22BF-B25F-6142-87DB-E850C47D16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3"/>
                <a:ext cx="597" cy="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550" name="Group 188">
                <a:extLst>
                  <a:ext uri="{FF2B5EF4-FFF2-40B4-BE49-F238E27FC236}">
                    <a16:creationId xmlns:a16="http://schemas.microsoft.com/office/drawing/2014/main" id="{7D330731-B2DD-FA40-90B0-9AF6F55A2D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66" name="AutoShape 189">
                  <a:extLst>
                    <a:ext uri="{FF2B5EF4-FFF2-40B4-BE49-F238E27FC236}">
                      <a16:creationId xmlns:a16="http://schemas.microsoft.com/office/drawing/2014/main" id="{9DE72B9D-63C0-864A-8FD9-1B399D8E81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567" name="AutoShape 190">
                  <a:extLst>
                    <a:ext uri="{FF2B5EF4-FFF2-40B4-BE49-F238E27FC236}">
                      <a16:creationId xmlns:a16="http://schemas.microsoft.com/office/drawing/2014/main" id="{E1DF0355-58D1-FF48-A296-D36811A78B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551" name="Freeform 191">
                <a:extLst>
                  <a:ext uri="{FF2B5EF4-FFF2-40B4-BE49-F238E27FC236}">
                    <a16:creationId xmlns:a16="http://schemas.microsoft.com/office/drawing/2014/main" id="{0F425FAD-60C7-8D46-AC04-D61CF1C12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552" name="Group 192">
                <a:extLst>
                  <a:ext uri="{FF2B5EF4-FFF2-40B4-BE49-F238E27FC236}">
                    <a16:creationId xmlns:a16="http://schemas.microsoft.com/office/drawing/2014/main" id="{DD061A78-E747-F742-AAA6-0EBB1F0472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64" name="AutoShape 193">
                  <a:extLst>
                    <a:ext uri="{FF2B5EF4-FFF2-40B4-BE49-F238E27FC236}">
                      <a16:creationId xmlns:a16="http://schemas.microsoft.com/office/drawing/2014/main" id="{D1A721C9-09F8-CA49-8768-A4D6045775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28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565" name="AutoShape 194">
                  <a:extLst>
                    <a:ext uri="{FF2B5EF4-FFF2-40B4-BE49-F238E27FC236}">
                      <a16:creationId xmlns:a16="http://schemas.microsoft.com/office/drawing/2014/main" id="{62ACD839-F2C5-9845-AB4E-C5BA19C2E2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553" name="Rectangle 195">
                <a:extLst>
                  <a:ext uri="{FF2B5EF4-FFF2-40B4-BE49-F238E27FC236}">
                    <a16:creationId xmlns:a16="http://schemas.microsoft.com/office/drawing/2014/main" id="{372A6132-E5E3-D940-8B20-1C9F499C3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54" name="Freeform 196">
                <a:extLst>
                  <a:ext uri="{FF2B5EF4-FFF2-40B4-BE49-F238E27FC236}">
                    <a16:creationId xmlns:a16="http://schemas.microsoft.com/office/drawing/2014/main" id="{7FB8C692-1BF5-7148-BD0F-82D246066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55" name="Freeform 197">
                <a:extLst>
                  <a:ext uri="{FF2B5EF4-FFF2-40B4-BE49-F238E27FC236}">
                    <a16:creationId xmlns:a16="http://schemas.microsoft.com/office/drawing/2014/main" id="{B0320B70-5119-4C4A-9DDB-B708D3E77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56" name="Oval 198">
                <a:extLst>
                  <a:ext uri="{FF2B5EF4-FFF2-40B4-BE49-F238E27FC236}">
                    <a16:creationId xmlns:a16="http://schemas.microsoft.com/office/drawing/2014/main" id="{29E3337B-80AF-FE42-A33A-1B58F9866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57" name="Freeform 199">
                <a:extLst>
                  <a:ext uri="{FF2B5EF4-FFF2-40B4-BE49-F238E27FC236}">
                    <a16:creationId xmlns:a16="http://schemas.microsoft.com/office/drawing/2014/main" id="{09D40D09-BC4A-744B-BB47-8545C1DE0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58" name="AutoShape 200">
                <a:extLst>
                  <a:ext uri="{FF2B5EF4-FFF2-40B4-BE49-F238E27FC236}">
                    <a16:creationId xmlns:a16="http://schemas.microsoft.com/office/drawing/2014/main" id="{BF852A65-EDBF-594C-9A10-757D049600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0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59" name="AutoShape 201">
                <a:extLst>
                  <a:ext uri="{FF2B5EF4-FFF2-40B4-BE49-F238E27FC236}">
                    <a16:creationId xmlns:a16="http://schemas.microsoft.com/office/drawing/2014/main" id="{02863060-88F5-664A-BDBC-D1E1E1A55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2"/>
                <a:ext cx="1072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60" name="Oval 202">
                <a:extLst>
                  <a:ext uri="{FF2B5EF4-FFF2-40B4-BE49-F238E27FC236}">
                    <a16:creationId xmlns:a16="http://schemas.microsoft.com/office/drawing/2014/main" id="{5E04EF61-FED3-3541-ACA1-9693CBB7F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61" name="Oval 203">
                <a:extLst>
                  <a:ext uri="{FF2B5EF4-FFF2-40B4-BE49-F238E27FC236}">
                    <a16:creationId xmlns:a16="http://schemas.microsoft.com/office/drawing/2014/main" id="{44A7BC25-D6E5-A44C-855D-AA7C5150A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62" name="Oval 204">
                <a:extLst>
                  <a:ext uri="{FF2B5EF4-FFF2-40B4-BE49-F238E27FC236}">
                    <a16:creationId xmlns:a16="http://schemas.microsoft.com/office/drawing/2014/main" id="{14F564A5-40D1-4A43-8039-CF1042677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63" name="Rectangle 205">
                <a:extLst>
                  <a:ext uri="{FF2B5EF4-FFF2-40B4-BE49-F238E27FC236}">
                    <a16:creationId xmlns:a16="http://schemas.microsoft.com/office/drawing/2014/main" id="{1AE270E5-AC06-504B-BF97-435964C8B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5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510" name="Line 57">
              <a:extLst>
                <a:ext uri="{FF2B5EF4-FFF2-40B4-BE49-F238E27FC236}">
                  <a16:creationId xmlns:a16="http://schemas.microsoft.com/office/drawing/2014/main" id="{E30AFCCA-07F4-A740-BD4B-5B28F2D98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4" y="2913"/>
              <a:ext cx="36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511" name="Group 58">
              <a:extLst>
                <a:ext uri="{FF2B5EF4-FFF2-40B4-BE49-F238E27FC236}">
                  <a16:creationId xmlns:a16="http://schemas.microsoft.com/office/drawing/2014/main" id="{C24A23EE-8313-D64E-BD4F-3BFCD778F5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1" y="2870"/>
              <a:ext cx="607" cy="108"/>
              <a:chOff x="3603" y="243"/>
              <a:chExt cx="357" cy="106"/>
            </a:xfrm>
          </p:grpSpPr>
          <p:sp>
            <p:nvSpPr>
              <p:cNvPr id="531" name="Line 60">
                <a:extLst>
                  <a:ext uri="{FF2B5EF4-FFF2-40B4-BE49-F238E27FC236}">
                    <a16:creationId xmlns:a16="http://schemas.microsoft.com/office/drawing/2014/main" id="{1E8C1397-8F48-5E4D-BC95-2AEEFF432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32" name="Line 61">
                <a:extLst>
                  <a:ext uri="{FF2B5EF4-FFF2-40B4-BE49-F238E27FC236}">
                    <a16:creationId xmlns:a16="http://schemas.microsoft.com/office/drawing/2014/main" id="{A9B3CF61-A592-AA42-AE21-C6F6DDBF0E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33" name="Rectangle 62">
                <a:extLst>
                  <a:ext uri="{FF2B5EF4-FFF2-40B4-BE49-F238E27FC236}">
                    <a16:creationId xmlns:a16="http://schemas.microsoft.com/office/drawing/2014/main" id="{BD11C863-452F-AE46-9242-58534859C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534" name="Group 64">
                <a:extLst>
                  <a:ext uri="{FF2B5EF4-FFF2-40B4-BE49-F238E27FC236}">
                    <a16:creationId xmlns:a16="http://schemas.microsoft.com/office/drawing/2014/main" id="{A74AB26D-917E-1C43-8497-203578F54C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9" y="248"/>
                <a:ext cx="119" cy="65"/>
                <a:chOff x="2894" y="850"/>
                <a:chExt cx="94" cy="96"/>
              </a:xfrm>
            </p:grpSpPr>
            <p:sp>
              <p:nvSpPr>
                <p:cNvPr id="538" name="Line 66">
                  <a:extLst>
                    <a:ext uri="{FF2B5EF4-FFF2-40B4-BE49-F238E27FC236}">
                      <a16:creationId xmlns:a16="http://schemas.microsoft.com/office/drawing/2014/main" id="{B0ECEE3F-0D27-9E45-AD59-E3E44736B1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539" name="Line 67">
                  <a:extLst>
                    <a:ext uri="{FF2B5EF4-FFF2-40B4-BE49-F238E27FC236}">
                      <a16:creationId xmlns:a16="http://schemas.microsoft.com/office/drawing/2014/main" id="{EB55E3DC-430D-5347-B8CC-570995919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535" name="Group 68">
                <a:extLst>
                  <a:ext uri="{FF2B5EF4-FFF2-40B4-BE49-F238E27FC236}">
                    <a16:creationId xmlns:a16="http://schemas.microsoft.com/office/drawing/2014/main" id="{EE23C2BF-5FE2-B644-AFE9-10E650F8E6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9" y="243"/>
                <a:ext cx="124" cy="66"/>
                <a:chOff x="2848" y="848"/>
                <a:chExt cx="98" cy="98"/>
              </a:xfrm>
            </p:grpSpPr>
            <p:sp>
              <p:nvSpPr>
                <p:cNvPr id="536" name="Line 69">
                  <a:extLst>
                    <a:ext uri="{FF2B5EF4-FFF2-40B4-BE49-F238E27FC236}">
                      <a16:creationId xmlns:a16="http://schemas.microsoft.com/office/drawing/2014/main" id="{9CEA633F-1910-4F48-AE5F-C3F267226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537" name="Line 71">
                  <a:extLst>
                    <a:ext uri="{FF2B5EF4-FFF2-40B4-BE49-F238E27FC236}">
                      <a16:creationId xmlns:a16="http://schemas.microsoft.com/office/drawing/2014/main" id="{0EEE95F5-28BD-5244-AB61-1D0DDB38D9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</p:grpSp>
        <p:sp>
          <p:nvSpPr>
            <p:cNvPr id="512" name="AutoShape 90">
              <a:extLst>
                <a:ext uri="{FF2B5EF4-FFF2-40B4-BE49-F238E27FC236}">
                  <a16:creationId xmlns:a16="http://schemas.microsoft.com/office/drawing/2014/main" id="{FBD38E77-2123-B941-9E3E-28175B8F1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1" y="2812"/>
              <a:ext cx="609" cy="239"/>
            </a:xfrm>
            <a:prstGeom prst="rightArrow">
              <a:avLst>
                <a:gd name="adj1" fmla="val 50000"/>
                <a:gd name="adj2" fmla="val 53870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513" name="Group 92">
              <a:extLst>
                <a:ext uri="{FF2B5EF4-FFF2-40B4-BE49-F238E27FC236}">
                  <a16:creationId xmlns:a16="http://schemas.microsoft.com/office/drawing/2014/main" id="{DDC22D0D-F03A-C14E-9613-D042E5ACF0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8" y="2739"/>
              <a:ext cx="1347" cy="360"/>
              <a:chOff x="2249" y="3459"/>
              <a:chExt cx="1389" cy="257"/>
            </a:xfrm>
          </p:grpSpPr>
          <p:sp>
            <p:nvSpPr>
              <p:cNvPr id="527" name="Oval 93">
                <a:extLst>
                  <a:ext uri="{FF2B5EF4-FFF2-40B4-BE49-F238E27FC236}">
                    <a16:creationId xmlns:a16="http://schemas.microsoft.com/office/drawing/2014/main" id="{BD69A588-896C-CD4F-AF1D-5590117CB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6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8" name="Rectangle 94">
                <a:extLst>
                  <a:ext uri="{FF2B5EF4-FFF2-40B4-BE49-F238E27FC236}">
                    <a16:creationId xmlns:a16="http://schemas.microsoft.com/office/drawing/2014/main" id="{690BA38E-8C04-7D49-8A4D-F3EBD36EC7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59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9" name="Oval 95">
                <a:extLst>
                  <a:ext uri="{FF2B5EF4-FFF2-40B4-BE49-F238E27FC236}">
                    <a16:creationId xmlns:a16="http://schemas.microsoft.com/office/drawing/2014/main" id="{F8BE880C-8629-DB4F-A98D-187B9D0ED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6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30" name="Rectangle 96">
                <a:extLst>
                  <a:ext uri="{FF2B5EF4-FFF2-40B4-BE49-F238E27FC236}">
                    <a16:creationId xmlns:a16="http://schemas.microsoft.com/office/drawing/2014/main" id="{CEA80494-8D88-874A-A154-9DE5B72CA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62"/>
                <a:ext cx="44" cy="246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14" name="Text Box 97">
              <a:extLst>
                <a:ext uri="{FF2B5EF4-FFF2-40B4-BE49-F238E27FC236}">
                  <a16:creationId xmlns:a16="http://schemas.microsoft.com/office/drawing/2014/main" id="{1BBEC08D-B4E9-1244-8AFE-C137F04A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" y="2811"/>
              <a:ext cx="141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s</a:t>
              </a:r>
              <a:r>
                <a:rPr kumimoji="0" lang="en-US" alt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bits/sec</a:t>
              </a:r>
            </a:p>
          </p:txBody>
        </p:sp>
        <p:grpSp>
          <p:nvGrpSpPr>
            <p:cNvPr id="515" name="Group 83">
              <a:extLst>
                <a:ext uri="{FF2B5EF4-FFF2-40B4-BE49-F238E27FC236}">
                  <a16:creationId xmlns:a16="http://schemas.microsoft.com/office/drawing/2014/main" id="{453C8714-A6D0-E346-8A5B-615EFB01A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9" y="2828"/>
              <a:ext cx="1621" cy="194"/>
              <a:chOff x="2249" y="3430"/>
              <a:chExt cx="1389" cy="256"/>
            </a:xfrm>
          </p:grpSpPr>
          <p:sp>
            <p:nvSpPr>
              <p:cNvPr id="523" name="Oval 84">
                <a:extLst>
                  <a:ext uri="{FF2B5EF4-FFF2-40B4-BE49-F238E27FC236}">
                    <a16:creationId xmlns:a16="http://schemas.microsoft.com/office/drawing/2014/main" id="{15F82EFE-0228-FC41-A2F8-7597E3503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4" name="Rectangle 85">
                <a:extLst>
                  <a:ext uri="{FF2B5EF4-FFF2-40B4-BE49-F238E27FC236}">
                    <a16:creationId xmlns:a16="http://schemas.microsoft.com/office/drawing/2014/main" id="{771827D6-CDB4-624D-966F-486A8E5AB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  <p:sp>
            <p:nvSpPr>
              <p:cNvPr id="525" name="Oval 86">
                <a:extLst>
                  <a:ext uri="{FF2B5EF4-FFF2-40B4-BE49-F238E27FC236}">
                    <a16:creationId xmlns:a16="http://schemas.microsoft.com/office/drawing/2014/main" id="{2C2907FC-8499-0B4E-AA1A-72F4C0958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526" name="Rectangle 87">
                <a:extLst>
                  <a:ext uri="{FF2B5EF4-FFF2-40B4-BE49-F238E27FC236}">
                    <a16:creationId xmlns:a16="http://schemas.microsoft.com/office/drawing/2014/main" id="{0460CA79-401A-4C43-9BF8-05BF988CC6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5" cy="245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B2B2B2"/>
                  </a:gs>
                  <a:gs pos="100000">
                    <a:srgbClr val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endParaRPr>
              </a:p>
            </p:txBody>
          </p:sp>
        </p:grpSp>
        <p:sp>
          <p:nvSpPr>
            <p:cNvPr id="516" name="Text Box 88">
              <a:extLst>
                <a:ext uri="{FF2B5EF4-FFF2-40B4-BE49-F238E27FC236}">
                  <a16:creationId xmlns:a16="http://schemas.microsoft.com/office/drawing/2014/main" id="{2215F4CA-83FF-2F43-A883-32EAB81F1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5" y="2780"/>
              <a:ext cx="162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 R</a:t>
              </a:r>
              <a:r>
                <a:rPr kumimoji="0" lang="en-US" altLang="en-US" sz="28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c</a:t>
              </a:r>
              <a:r>
                <a:rPr kumimoji="0" lang="en-US" alt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bits/sec</a:t>
              </a:r>
            </a:p>
          </p:txBody>
        </p:sp>
        <p:sp>
          <p:nvSpPr>
            <p:cNvPr id="517" name="AutoShape 98">
              <a:extLst>
                <a:ext uri="{FF2B5EF4-FFF2-40B4-BE49-F238E27FC236}">
                  <a16:creationId xmlns:a16="http://schemas.microsoft.com/office/drawing/2014/main" id="{7823CDE2-367E-FB44-BE34-956568F7C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2808"/>
              <a:ext cx="860" cy="240"/>
            </a:xfrm>
            <a:prstGeom prst="rightArrow">
              <a:avLst>
                <a:gd name="adj1" fmla="val 50000"/>
                <a:gd name="adj2" fmla="val 89583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518" name="AutoShape 89">
              <a:extLst>
                <a:ext uri="{FF2B5EF4-FFF2-40B4-BE49-F238E27FC236}">
                  <a16:creationId xmlns:a16="http://schemas.microsoft.com/office/drawing/2014/main" id="{D3D3E169-3E07-3B4A-A3F9-E35D17B6871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14" y="2682"/>
              <a:ext cx="564" cy="3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09 w 21600"/>
                <a:gd name="T13" fmla="*/ 2912 h 21600"/>
                <a:gd name="T14" fmla="*/ 18230 w 21600"/>
                <a:gd name="T15" fmla="*/ 922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CC0000"/>
                </a:gs>
              </a:gsLst>
              <a:lin ang="0" scaled="1"/>
            </a:gra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519" name="Group 135">
              <a:extLst>
                <a:ext uri="{FF2B5EF4-FFF2-40B4-BE49-F238E27FC236}">
                  <a16:creationId xmlns:a16="http://schemas.microsoft.com/office/drawing/2014/main" id="{5A825877-D688-F24C-8395-71DDEA807E2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345" y="2651"/>
              <a:ext cx="549" cy="558"/>
              <a:chOff x="-248" y="1473"/>
              <a:chExt cx="981" cy="1105"/>
            </a:xfrm>
          </p:grpSpPr>
          <p:pic>
            <p:nvPicPr>
              <p:cNvPr id="521" name="Picture 136" descr="desktop_computer_stylized_medium">
                <a:extLst>
                  <a:ext uri="{FF2B5EF4-FFF2-40B4-BE49-F238E27FC236}">
                    <a16:creationId xmlns:a16="http://schemas.microsoft.com/office/drawing/2014/main" id="{77517F6B-1BE4-F94A-BBF9-E9549AC02F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248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2" name="Freeform 137">
                <a:extLst>
                  <a:ext uri="{FF2B5EF4-FFF2-40B4-BE49-F238E27FC236}">
                    <a16:creationId xmlns:a16="http://schemas.microsoft.com/office/drawing/2014/main" id="{85644D17-8C0F-0840-B111-635B1B4F108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0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sp>
          <p:nvSpPr>
            <p:cNvPr id="520" name="AutoShape 327">
              <a:extLst>
                <a:ext uri="{FF2B5EF4-FFF2-40B4-BE49-F238E27FC236}">
                  <a16:creationId xmlns:a16="http://schemas.microsoft.com/office/drawing/2014/main" id="{26E8FD56-0A05-7348-855A-94527638E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2474"/>
              <a:ext cx="257" cy="272"/>
            </a:xfrm>
            <a:prstGeom prst="can">
              <a:avLst>
                <a:gd name="adj" fmla="val 21398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</p:grpSp>
      <p:sp>
        <p:nvSpPr>
          <p:cNvPr id="146" name="Slide Number Placeholder 5">
            <a:extLst>
              <a:ext uri="{FF2B5EF4-FFF2-40B4-BE49-F238E27FC236}">
                <a16:creationId xmlns:a16="http://schemas.microsoft.com/office/drawing/2014/main" id="{FB6AE8FF-6EB2-C544-80BC-6FF3FA7A62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06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Throughput: network scenario</a:t>
            </a:r>
            <a:endParaRPr lang="en-US" sz="4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BDC7F4-E0CA-5441-8A92-F3458106F4EB}"/>
              </a:ext>
            </a:extLst>
          </p:cNvPr>
          <p:cNvGrpSpPr/>
          <p:nvPr/>
        </p:nvGrpSpPr>
        <p:grpSpPr>
          <a:xfrm>
            <a:off x="1066778" y="1303830"/>
            <a:ext cx="4754562" cy="5021997"/>
            <a:chOff x="6096000" y="1390614"/>
            <a:chExt cx="4754562" cy="5021997"/>
          </a:xfrm>
        </p:grpSpPr>
        <p:sp>
          <p:nvSpPr>
            <p:cNvPr id="602" name="Text Box 44">
              <a:extLst>
                <a:ext uri="{FF2B5EF4-FFF2-40B4-BE49-F238E27FC236}">
                  <a16:creationId xmlns:a16="http://schemas.microsoft.com/office/drawing/2014/main" id="{42F82D1E-8ED4-4F44-9C3C-BDFDC8129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5581614"/>
              <a:ext cx="4754562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10 connections (fairly) share backbone bottleneck link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bits/sec</a:t>
              </a:r>
            </a:p>
          </p:txBody>
        </p:sp>
        <p:sp>
          <p:nvSpPr>
            <p:cNvPr id="603" name="Freeform 296">
              <a:extLst>
                <a:ext uri="{FF2B5EF4-FFF2-40B4-BE49-F238E27FC236}">
                  <a16:creationId xmlns:a16="http://schemas.microsoft.com/office/drawing/2014/main" id="{12223E81-DDE4-C440-BABA-D7BC48DB1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2112" y="2666964"/>
              <a:ext cx="3127375" cy="1498600"/>
            </a:xfrm>
            <a:custGeom>
              <a:avLst/>
              <a:gdLst>
                <a:gd name="T0" fmla="*/ 2147483647 w 1877"/>
                <a:gd name="T1" fmla="*/ 2147483647 h 917"/>
                <a:gd name="T2" fmla="*/ 2147483647 w 1877"/>
                <a:gd name="T3" fmla="*/ 2147483647 h 917"/>
                <a:gd name="T4" fmla="*/ 2147483647 w 1877"/>
                <a:gd name="T5" fmla="*/ 2147483647 h 917"/>
                <a:gd name="T6" fmla="*/ 2147483647 w 1877"/>
                <a:gd name="T7" fmla="*/ 2147483647 h 917"/>
                <a:gd name="T8" fmla="*/ 2147483647 w 1877"/>
                <a:gd name="T9" fmla="*/ 2147483647 h 917"/>
                <a:gd name="T10" fmla="*/ 2147483647 w 1877"/>
                <a:gd name="T11" fmla="*/ 2147483647 h 917"/>
                <a:gd name="T12" fmla="*/ 2147483647 w 1877"/>
                <a:gd name="T13" fmla="*/ 2147483647 h 917"/>
                <a:gd name="T14" fmla="*/ 2147483647 w 1877"/>
                <a:gd name="T15" fmla="*/ 2147483647 h 917"/>
                <a:gd name="T16" fmla="*/ 2147483647 w 1877"/>
                <a:gd name="T17" fmla="*/ 2147483647 h 917"/>
                <a:gd name="T18" fmla="*/ 2147483647 w 1877"/>
                <a:gd name="T19" fmla="*/ 2147483647 h 917"/>
                <a:gd name="T20" fmla="*/ 2147483647 w 1877"/>
                <a:gd name="T21" fmla="*/ 2147483647 h 917"/>
                <a:gd name="T22" fmla="*/ 2147483647 w 1877"/>
                <a:gd name="T23" fmla="*/ 2147483647 h 917"/>
                <a:gd name="T24" fmla="*/ 2147483647 w 1877"/>
                <a:gd name="T25" fmla="*/ 2147483647 h 917"/>
                <a:gd name="T26" fmla="*/ 2147483647 w 1877"/>
                <a:gd name="T27" fmla="*/ 2147483647 h 917"/>
                <a:gd name="T28" fmla="*/ 2147483647 w 1877"/>
                <a:gd name="T29" fmla="*/ 2147483647 h 917"/>
                <a:gd name="T30" fmla="*/ 2147483647 w 1877"/>
                <a:gd name="T31" fmla="*/ 2147483647 h 91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77"/>
                <a:gd name="T49" fmla="*/ 0 h 917"/>
                <a:gd name="T50" fmla="*/ 1877 w 1877"/>
                <a:gd name="T51" fmla="*/ 917 h 91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77" h="91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4" name="Text Box 35">
              <a:extLst>
                <a:ext uri="{FF2B5EF4-FFF2-40B4-BE49-F238E27FC236}">
                  <a16:creationId xmlns:a16="http://schemas.microsoft.com/office/drawing/2014/main" id="{8E3A2589-33AD-0948-8AAD-49FBF5318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5587" y="2290727"/>
              <a:ext cx="6762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3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5" name="Oval 40">
              <a:extLst>
                <a:ext uri="{FF2B5EF4-FFF2-40B4-BE49-F238E27FC236}">
                  <a16:creationId xmlns:a16="http://schemas.microsoft.com/office/drawing/2014/main" id="{8D4D9D6D-6FB5-AA4B-B509-A8973E6C8A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0106" y="3718683"/>
              <a:ext cx="50800" cy="52546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6" name="Rectangle 41">
              <a:extLst>
                <a:ext uri="{FF2B5EF4-FFF2-40B4-BE49-F238E27FC236}">
                  <a16:creationId xmlns:a16="http://schemas.microsoft.com/office/drawing/2014/main" id="{557406FF-659D-D646-B73D-12838ED2BD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003381" y="3224971"/>
              <a:ext cx="984250" cy="525462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7" name="Oval 42">
              <a:extLst>
                <a:ext uri="{FF2B5EF4-FFF2-40B4-BE49-F238E27FC236}">
                  <a16:creationId xmlns:a16="http://schemas.microsoft.com/office/drawing/2014/main" id="{0A481A93-ECB7-E246-837A-F6BC6402D6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4075" y="2739989"/>
              <a:ext cx="52387" cy="525463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08" name="Rectangle 43">
              <a:extLst>
                <a:ext uri="{FF2B5EF4-FFF2-40B4-BE49-F238E27FC236}">
                  <a16:creationId xmlns:a16="http://schemas.microsoft.com/office/drawing/2014/main" id="{A6B95B4A-EADA-2646-8C69-44AD71FF2F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474075" y="3711539"/>
              <a:ext cx="31750" cy="5111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9" name="Oval 31">
              <a:extLst>
                <a:ext uri="{FF2B5EF4-FFF2-40B4-BE49-F238E27FC236}">
                  <a16:creationId xmlns:a16="http://schemas.microsoft.com/office/drawing/2014/main" id="{D34D4E69-9BEB-E84C-9C95-F587DC39C7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7480300" y="2614577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0" name="Rectangle 32">
              <a:extLst>
                <a:ext uri="{FF2B5EF4-FFF2-40B4-BE49-F238E27FC236}">
                  <a16:creationId xmlns:a16="http://schemas.microsoft.com/office/drawing/2014/main" id="{AF4F01BC-E0BA-6145-9A94-C368A9DCD9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6815137" y="2411377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1" name="Oval 33">
              <a:extLst>
                <a:ext uri="{FF2B5EF4-FFF2-40B4-BE49-F238E27FC236}">
                  <a16:creationId xmlns:a16="http://schemas.microsoft.com/office/drawing/2014/main" id="{0FB3506E-741A-1449-B57D-DCE4E8B681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6850062" y="2211352"/>
              <a:ext cx="38100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12" name="Rectangle 34">
              <a:extLst>
                <a:ext uri="{FF2B5EF4-FFF2-40B4-BE49-F238E27FC236}">
                  <a16:creationId xmlns:a16="http://schemas.microsoft.com/office/drawing/2014/main" id="{323C4318-B148-DC47-ABE2-1E709105E9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7477125" y="2611402"/>
              <a:ext cx="23812" cy="15398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3" name="Line 456">
              <a:extLst>
                <a:ext uri="{FF2B5EF4-FFF2-40B4-BE49-F238E27FC236}">
                  <a16:creationId xmlns:a16="http://schemas.microsoft.com/office/drawing/2014/main" id="{8173438F-0B9B-B64F-A181-BAB4D0B2F0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>
              <a:off x="6686550" y="2482814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14" name="Oval 469">
              <a:extLst>
                <a:ext uri="{FF2B5EF4-FFF2-40B4-BE49-F238E27FC236}">
                  <a16:creationId xmlns:a16="http://schemas.microsoft.com/office/drawing/2014/main" id="{7E85E8A1-86AF-324B-8460-F6A7D5EAC09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989887" y="2617752"/>
              <a:ext cx="47625" cy="1428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5" name="Rectangle 470">
              <a:extLst>
                <a:ext uri="{FF2B5EF4-FFF2-40B4-BE49-F238E27FC236}">
                  <a16:creationId xmlns:a16="http://schemas.microsoft.com/office/drawing/2014/main" id="{55557922-2CFC-1B45-B737-1FBBBEAE26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268369" y="2285170"/>
              <a:ext cx="915988" cy="1428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6" name="Oval 471">
              <a:extLst>
                <a:ext uri="{FF2B5EF4-FFF2-40B4-BE49-F238E27FC236}">
                  <a16:creationId xmlns:a16="http://schemas.microsoft.com/office/drawing/2014/main" id="{5D3F57BE-8666-1D44-A006-F78419384E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419975" y="1958939"/>
              <a:ext cx="47625" cy="142875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17" name="Rectangle 472">
              <a:extLst>
                <a:ext uri="{FF2B5EF4-FFF2-40B4-BE49-F238E27FC236}">
                  <a16:creationId xmlns:a16="http://schemas.microsoft.com/office/drawing/2014/main" id="{64C792DE-6968-B34C-9D1B-D2467DCDD72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68172">
              <a:off x="7989887" y="2609814"/>
              <a:ext cx="30163" cy="138113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8" name="Line 473">
              <a:extLst>
                <a:ext uri="{FF2B5EF4-FFF2-40B4-BE49-F238E27FC236}">
                  <a16:creationId xmlns:a16="http://schemas.microsoft.com/office/drawing/2014/main" id="{51F1769C-1A62-EC4E-B22E-FFF40B43E7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768172">
              <a:off x="7111999" y="2341527"/>
              <a:ext cx="11969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19" name="Oval 476">
              <a:extLst>
                <a:ext uri="{FF2B5EF4-FFF2-40B4-BE49-F238E27FC236}">
                  <a16:creationId xmlns:a16="http://schemas.microsoft.com/office/drawing/2014/main" id="{551553F9-6760-6E44-947E-2E2826C455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43725" y="4467189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0" name="Rectangle 477">
              <a:extLst>
                <a:ext uri="{FF2B5EF4-FFF2-40B4-BE49-F238E27FC236}">
                  <a16:creationId xmlns:a16="http://schemas.microsoft.com/office/drawing/2014/main" id="{424063E3-158A-984A-BFC8-01ECC77182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16737" y="4263989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1" name="Oval 478">
              <a:extLst>
                <a:ext uri="{FF2B5EF4-FFF2-40B4-BE49-F238E27FC236}">
                  <a16:creationId xmlns:a16="http://schemas.microsoft.com/office/drawing/2014/main" id="{E5AD8F86-97E2-7648-BE88-A4ABC6A350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7575550" y="4063964"/>
              <a:ext cx="36512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22" name="Rectangle 479">
              <a:extLst>
                <a:ext uri="{FF2B5EF4-FFF2-40B4-BE49-F238E27FC236}">
                  <a16:creationId xmlns:a16="http://schemas.microsoft.com/office/drawing/2014/main" id="{598EC6E7-BD77-134B-A756-3D43B04CC7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6959600" y="4464014"/>
              <a:ext cx="23812" cy="153988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3" name="Line 480">
              <a:extLst>
                <a:ext uri="{FF2B5EF4-FFF2-40B4-BE49-F238E27FC236}">
                  <a16:creationId xmlns:a16="http://schemas.microsoft.com/office/drawing/2014/main" id="{AFDCBA44-8593-C94C-9FA7-FED9DC63A5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7440" flipH="1">
              <a:off x="6821487" y="4335427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24" name="Oval 483">
              <a:extLst>
                <a:ext uri="{FF2B5EF4-FFF2-40B4-BE49-F238E27FC236}">
                  <a16:creationId xmlns:a16="http://schemas.microsoft.com/office/drawing/2014/main" id="{9B669AE7-0EE8-EC41-9DC1-37D185E6436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8197850" y="4240177"/>
              <a:ext cx="47625" cy="14287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5" name="Rectangle 484">
              <a:extLst>
                <a:ext uri="{FF2B5EF4-FFF2-40B4-BE49-F238E27FC236}">
                  <a16:creationId xmlns:a16="http://schemas.microsoft.com/office/drawing/2014/main" id="{C65A0801-59C0-0744-8000-2F197C940E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7475537" y="4571964"/>
              <a:ext cx="917575" cy="142875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6" name="Oval 485">
              <a:extLst>
                <a:ext uri="{FF2B5EF4-FFF2-40B4-BE49-F238E27FC236}">
                  <a16:creationId xmlns:a16="http://schemas.microsoft.com/office/drawing/2014/main" id="{618A0B18-5A9F-C940-A80E-7B06B49B60F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7629525" y="4898989"/>
              <a:ext cx="47625" cy="142875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27" name="Rectangle 486">
              <a:extLst>
                <a:ext uri="{FF2B5EF4-FFF2-40B4-BE49-F238E27FC236}">
                  <a16:creationId xmlns:a16="http://schemas.microsoft.com/office/drawing/2014/main" id="{0EC6AAEC-D5EF-0B44-AE75-B5161067D3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31828" flipV="1">
              <a:off x="8197850" y="4249702"/>
              <a:ext cx="30162" cy="138112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28" name="Line 487">
              <a:extLst>
                <a:ext uri="{FF2B5EF4-FFF2-40B4-BE49-F238E27FC236}">
                  <a16:creationId xmlns:a16="http://schemas.microsoft.com/office/drawing/2014/main" id="{6C5A899D-7A45-874B-9EBC-4587CF6DE0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831828" flipV="1">
              <a:off x="7319962" y="4657690"/>
              <a:ext cx="11969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29" name="Oval 500">
              <a:extLst>
                <a:ext uri="{FF2B5EF4-FFF2-40B4-BE49-F238E27FC236}">
                  <a16:creationId xmlns:a16="http://schemas.microsoft.com/office/drawing/2014/main" id="{2C1CCE43-DB7D-AE44-BC92-2EC22940EC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50350" y="2586002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0" name="Rectangle 501">
              <a:extLst>
                <a:ext uri="{FF2B5EF4-FFF2-40B4-BE49-F238E27FC236}">
                  <a16:creationId xmlns:a16="http://schemas.microsoft.com/office/drawing/2014/main" id="{40D89921-5710-C74C-85E3-E00C000E60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23362" y="2382802"/>
              <a:ext cx="730250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1" name="Oval 502">
              <a:extLst>
                <a:ext uri="{FF2B5EF4-FFF2-40B4-BE49-F238E27FC236}">
                  <a16:creationId xmlns:a16="http://schemas.microsoft.com/office/drawing/2014/main" id="{04ED2CB6-E629-0044-88FF-DD5D436E58B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782175" y="2182777"/>
              <a:ext cx="36512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32" name="Rectangle 503">
              <a:extLst>
                <a:ext uri="{FF2B5EF4-FFF2-40B4-BE49-F238E27FC236}">
                  <a16:creationId xmlns:a16="http://schemas.microsoft.com/office/drawing/2014/main" id="{0D6041B8-7217-4F4F-92D9-8F4D04231E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07440" flipH="1">
              <a:off x="9166225" y="2582827"/>
              <a:ext cx="25400" cy="153987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3" name="Line 504">
              <a:extLst>
                <a:ext uri="{FF2B5EF4-FFF2-40B4-BE49-F238E27FC236}">
                  <a16:creationId xmlns:a16="http://schemas.microsoft.com/office/drawing/2014/main" id="{45C56574-1E78-FA49-9616-971A302E93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7440" flipH="1">
              <a:off x="9028112" y="2454239"/>
              <a:ext cx="95567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34" name="Oval 507">
              <a:extLst>
                <a:ext uri="{FF2B5EF4-FFF2-40B4-BE49-F238E27FC236}">
                  <a16:creationId xmlns:a16="http://schemas.microsoft.com/office/drawing/2014/main" id="{9F9B82D5-4B1D-6043-BBA5-D051EBBBCA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907587" y="4546564"/>
              <a:ext cx="38100" cy="15875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5" name="Rectangle 508">
              <a:extLst>
                <a:ext uri="{FF2B5EF4-FFF2-40B4-BE49-F238E27FC236}">
                  <a16:creationId xmlns:a16="http://schemas.microsoft.com/office/drawing/2014/main" id="{0C717AD0-EA8E-2246-B4E3-6A0F4C1E9F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240837" y="4341777"/>
              <a:ext cx="731838" cy="15875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6" name="Oval 509">
              <a:extLst>
                <a:ext uri="{FF2B5EF4-FFF2-40B4-BE49-F238E27FC236}">
                  <a16:creationId xmlns:a16="http://schemas.microsoft.com/office/drawing/2014/main" id="{EE3B1AF8-64A0-EC47-B91B-48B11E36D8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275762" y="4141752"/>
              <a:ext cx="38100" cy="158750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37" name="Rectangle 510">
              <a:extLst>
                <a:ext uri="{FF2B5EF4-FFF2-40B4-BE49-F238E27FC236}">
                  <a16:creationId xmlns:a16="http://schemas.microsoft.com/office/drawing/2014/main" id="{860AFC74-9568-6A49-803C-0B2D793022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92560">
              <a:off x="9902825" y="4543389"/>
              <a:ext cx="25400" cy="152400"/>
            </a:xfrm>
            <a:prstGeom prst="rect">
              <a:avLst/>
            </a:prstGeom>
            <a:gradFill rotWithShape="1">
              <a:gsLst>
                <a:gs pos="0">
                  <a:srgbClr val="FFFFFF"/>
                </a:gs>
                <a:gs pos="50000">
                  <a:srgbClr val="B2B2B2"/>
                </a:gs>
                <a:gs pos="100000">
                  <a:srgbClr val="FFFFFF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38" name="Line 511">
              <a:extLst>
                <a:ext uri="{FF2B5EF4-FFF2-40B4-BE49-F238E27FC236}">
                  <a16:creationId xmlns:a16="http://schemas.microsoft.com/office/drawing/2014/main" id="{2B4EDB9F-73F1-C34D-96D9-5CDCB88B21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>
              <a:off x="9102725" y="4441789"/>
              <a:ext cx="1062037" cy="127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39" name="Text Box 513">
              <a:extLst>
                <a:ext uri="{FF2B5EF4-FFF2-40B4-BE49-F238E27FC236}">
                  <a16:creationId xmlns:a16="http://schemas.microsoft.com/office/drawing/2014/main" id="{4778714E-EE95-9947-8879-8B2FE318C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550" y="1849402"/>
              <a:ext cx="6762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3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0" name="Text Box 514">
              <a:extLst>
                <a:ext uri="{FF2B5EF4-FFF2-40B4-BE49-F238E27FC236}">
                  <a16:creationId xmlns:a16="http://schemas.microsoft.com/office/drawing/2014/main" id="{60849EC9-A207-4C41-AD9D-A92DEE98B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02762" y="2357402"/>
              <a:ext cx="6762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3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s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1" name="Freeform 515">
              <a:extLst>
                <a:ext uri="{FF2B5EF4-FFF2-40B4-BE49-F238E27FC236}">
                  <a16:creationId xmlns:a16="http://schemas.microsoft.com/office/drawing/2014/main" id="{F6112B49-DFF7-4442-8AE0-8CF8CFAA6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9200" y="2717764"/>
              <a:ext cx="800100" cy="1381125"/>
            </a:xfrm>
            <a:custGeom>
              <a:avLst/>
              <a:gdLst>
                <a:gd name="T0" fmla="*/ 0 w 504"/>
                <a:gd name="T1" fmla="*/ 0 h 870"/>
                <a:gd name="T2" fmla="*/ 2147483647 w 504"/>
                <a:gd name="T3" fmla="*/ 2147483647 h 870"/>
                <a:gd name="T4" fmla="*/ 2147483647 w 504"/>
                <a:gd name="T5" fmla="*/ 2147483647 h 870"/>
                <a:gd name="T6" fmla="*/ 2147483647 w 504"/>
                <a:gd name="T7" fmla="*/ 2147483647 h 870"/>
                <a:gd name="T8" fmla="*/ 2147483647 w 504"/>
                <a:gd name="T9" fmla="*/ 2147483647 h 870"/>
                <a:gd name="T10" fmla="*/ 2147483647 w 504"/>
                <a:gd name="T11" fmla="*/ 2147483647 h 870"/>
                <a:gd name="T12" fmla="*/ 2147483647 w 504"/>
                <a:gd name="T13" fmla="*/ 2147483647 h 870"/>
                <a:gd name="T14" fmla="*/ 2147483647 w 504"/>
                <a:gd name="T15" fmla="*/ 2147483647 h 870"/>
                <a:gd name="T16" fmla="*/ 2147483647 w 504"/>
                <a:gd name="T17" fmla="*/ 2147483647 h 870"/>
                <a:gd name="T18" fmla="*/ 2147483647 w 504"/>
                <a:gd name="T19" fmla="*/ 2147483647 h 8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04"/>
                <a:gd name="T31" fmla="*/ 0 h 870"/>
                <a:gd name="T32" fmla="*/ 504 w 504"/>
                <a:gd name="T33" fmla="*/ 870 h 87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04" h="870">
                  <a:moveTo>
                    <a:pt x="0" y="0"/>
                  </a:moveTo>
                  <a:cubicBezTo>
                    <a:pt x="21" y="11"/>
                    <a:pt x="79" y="44"/>
                    <a:pt x="129" y="63"/>
                  </a:cubicBezTo>
                  <a:cubicBezTo>
                    <a:pt x="179" y="82"/>
                    <a:pt x="255" y="102"/>
                    <a:pt x="299" y="112"/>
                  </a:cubicBezTo>
                  <a:cubicBezTo>
                    <a:pt x="343" y="122"/>
                    <a:pt x="362" y="116"/>
                    <a:pt x="392" y="121"/>
                  </a:cubicBezTo>
                  <a:cubicBezTo>
                    <a:pt x="417" y="124"/>
                    <a:pt x="469" y="100"/>
                    <a:pt x="479" y="145"/>
                  </a:cubicBezTo>
                  <a:cubicBezTo>
                    <a:pt x="490" y="191"/>
                    <a:pt x="504" y="700"/>
                    <a:pt x="490" y="772"/>
                  </a:cubicBezTo>
                  <a:cubicBezTo>
                    <a:pt x="477" y="845"/>
                    <a:pt x="447" y="842"/>
                    <a:pt x="406" y="839"/>
                  </a:cubicBezTo>
                  <a:cubicBezTo>
                    <a:pt x="365" y="836"/>
                    <a:pt x="323" y="835"/>
                    <a:pt x="286" y="833"/>
                  </a:cubicBezTo>
                  <a:cubicBezTo>
                    <a:pt x="250" y="831"/>
                    <a:pt x="226" y="822"/>
                    <a:pt x="192" y="828"/>
                  </a:cubicBezTo>
                  <a:cubicBezTo>
                    <a:pt x="158" y="834"/>
                    <a:pt x="107" y="861"/>
                    <a:pt x="84" y="870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2" name="Text Box 516">
              <a:extLst>
                <a:ext uri="{FF2B5EF4-FFF2-40B4-BE49-F238E27FC236}">
                  <a16:creationId xmlns:a16="http://schemas.microsoft.com/office/drawing/2014/main" id="{EFC98C88-858D-E34E-9C48-139358543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3362" y="3833062"/>
              <a:ext cx="67468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3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c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3" name="Freeform 517">
              <a:extLst>
                <a:ext uri="{FF2B5EF4-FFF2-40B4-BE49-F238E27FC236}">
                  <a16:creationId xmlns:a16="http://schemas.microsoft.com/office/drawing/2014/main" id="{3FAF4BE0-D787-B34B-BA37-0770AC8BF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2750" y="2695539"/>
              <a:ext cx="431800" cy="1570038"/>
            </a:xfrm>
            <a:custGeom>
              <a:avLst/>
              <a:gdLst>
                <a:gd name="T0" fmla="*/ 0 w 272"/>
                <a:gd name="T1" fmla="*/ 0 h 989"/>
                <a:gd name="T2" fmla="*/ 2147483647 w 272"/>
                <a:gd name="T3" fmla="*/ 2147483647 h 989"/>
                <a:gd name="T4" fmla="*/ 2147483647 w 272"/>
                <a:gd name="T5" fmla="*/ 2147483647 h 989"/>
                <a:gd name="T6" fmla="*/ 2147483647 w 272"/>
                <a:gd name="T7" fmla="*/ 2147483647 h 989"/>
                <a:gd name="T8" fmla="*/ 2147483647 w 272"/>
                <a:gd name="T9" fmla="*/ 2147483647 h 989"/>
                <a:gd name="T10" fmla="*/ 2147483647 w 272"/>
                <a:gd name="T11" fmla="*/ 2147483647 h 989"/>
                <a:gd name="T12" fmla="*/ 2147483647 w 272"/>
                <a:gd name="T13" fmla="*/ 2147483647 h 9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989"/>
                <a:gd name="T23" fmla="*/ 272 w 272"/>
                <a:gd name="T24" fmla="*/ 989 h 98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989">
                  <a:moveTo>
                    <a:pt x="0" y="0"/>
                  </a:moveTo>
                  <a:cubicBezTo>
                    <a:pt x="15" y="13"/>
                    <a:pt x="49" y="56"/>
                    <a:pt x="92" y="80"/>
                  </a:cubicBezTo>
                  <a:cubicBezTo>
                    <a:pt x="231" y="84"/>
                    <a:pt x="204" y="89"/>
                    <a:pt x="257" y="147"/>
                  </a:cubicBezTo>
                  <a:cubicBezTo>
                    <a:pt x="270" y="295"/>
                    <a:pt x="272" y="652"/>
                    <a:pt x="268" y="774"/>
                  </a:cubicBezTo>
                  <a:cubicBezTo>
                    <a:pt x="268" y="895"/>
                    <a:pt x="261" y="853"/>
                    <a:pt x="257" y="875"/>
                  </a:cubicBezTo>
                  <a:cubicBezTo>
                    <a:pt x="251" y="894"/>
                    <a:pt x="257" y="889"/>
                    <a:pt x="242" y="908"/>
                  </a:cubicBezTo>
                  <a:cubicBezTo>
                    <a:pt x="227" y="927"/>
                    <a:pt x="183" y="972"/>
                    <a:pt x="167" y="989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4" name="Freeform 518">
              <a:extLst>
                <a:ext uri="{FF2B5EF4-FFF2-40B4-BE49-F238E27FC236}">
                  <a16:creationId xmlns:a16="http://schemas.microsoft.com/office/drawing/2014/main" id="{9EF6A7FC-B534-4346-A5DD-041A4F1C6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6950" y="2679664"/>
              <a:ext cx="638175" cy="1538288"/>
            </a:xfrm>
            <a:custGeom>
              <a:avLst/>
              <a:gdLst>
                <a:gd name="T0" fmla="*/ 2147483647 w 402"/>
                <a:gd name="T1" fmla="*/ 0 h 969"/>
                <a:gd name="T2" fmla="*/ 2147483647 w 402"/>
                <a:gd name="T3" fmla="*/ 2147483647 h 969"/>
                <a:gd name="T4" fmla="*/ 2147483647 w 402"/>
                <a:gd name="T5" fmla="*/ 2147483647 h 969"/>
                <a:gd name="T6" fmla="*/ 2147483647 w 402"/>
                <a:gd name="T7" fmla="*/ 2147483647 h 969"/>
                <a:gd name="T8" fmla="*/ 2147483647 w 402"/>
                <a:gd name="T9" fmla="*/ 2147483647 h 969"/>
                <a:gd name="T10" fmla="*/ 2147483647 w 402"/>
                <a:gd name="T11" fmla="*/ 2147483647 h 969"/>
                <a:gd name="T12" fmla="*/ 2147483647 w 402"/>
                <a:gd name="T13" fmla="*/ 2147483647 h 969"/>
                <a:gd name="T14" fmla="*/ 2147483647 w 402"/>
                <a:gd name="T15" fmla="*/ 2147483647 h 969"/>
                <a:gd name="T16" fmla="*/ 2147483647 w 402"/>
                <a:gd name="T17" fmla="*/ 2147483647 h 9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2"/>
                <a:gd name="T28" fmla="*/ 0 h 969"/>
                <a:gd name="T29" fmla="*/ 402 w 402"/>
                <a:gd name="T30" fmla="*/ 969 h 96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2" h="969">
                  <a:moveTo>
                    <a:pt x="306" y="0"/>
                  </a:moveTo>
                  <a:cubicBezTo>
                    <a:pt x="295" y="5"/>
                    <a:pt x="262" y="24"/>
                    <a:pt x="240" y="36"/>
                  </a:cubicBezTo>
                  <a:cubicBezTo>
                    <a:pt x="218" y="48"/>
                    <a:pt x="199" y="58"/>
                    <a:pt x="174" y="72"/>
                  </a:cubicBezTo>
                  <a:cubicBezTo>
                    <a:pt x="149" y="86"/>
                    <a:pt x="115" y="101"/>
                    <a:pt x="90" y="119"/>
                  </a:cubicBezTo>
                  <a:cubicBezTo>
                    <a:pt x="64" y="136"/>
                    <a:pt x="72" y="127"/>
                    <a:pt x="25" y="178"/>
                  </a:cubicBezTo>
                  <a:cubicBezTo>
                    <a:pt x="14" y="223"/>
                    <a:pt x="0" y="732"/>
                    <a:pt x="14" y="804"/>
                  </a:cubicBezTo>
                  <a:cubicBezTo>
                    <a:pt x="27" y="877"/>
                    <a:pt x="53" y="854"/>
                    <a:pt x="98" y="871"/>
                  </a:cubicBezTo>
                  <a:cubicBezTo>
                    <a:pt x="144" y="888"/>
                    <a:pt x="209" y="884"/>
                    <a:pt x="261" y="900"/>
                  </a:cubicBezTo>
                  <a:cubicBezTo>
                    <a:pt x="312" y="916"/>
                    <a:pt x="373" y="955"/>
                    <a:pt x="402" y="969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5" name="Text Box 519">
              <a:extLst>
                <a:ext uri="{FF2B5EF4-FFF2-40B4-BE49-F238E27FC236}">
                  <a16:creationId xmlns:a16="http://schemas.microsoft.com/office/drawing/2014/main" id="{1E5107AF-4847-B347-A6D3-3304434E8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2250" y="4444964"/>
              <a:ext cx="676275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3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c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6" name="Text Box 520">
              <a:extLst>
                <a:ext uri="{FF2B5EF4-FFF2-40B4-BE49-F238E27FC236}">
                  <a16:creationId xmlns:a16="http://schemas.microsoft.com/office/drawing/2014/main" id="{7DD67220-8D5A-6E44-9C8F-8DC54227B2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9762" y="3932202"/>
              <a:ext cx="674688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  <a:r>
                <a:rPr kumimoji="0" lang="en-US" altLang="en-US" sz="32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c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647" name="Text Box 521">
              <a:extLst>
                <a:ext uri="{FF2B5EF4-FFF2-40B4-BE49-F238E27FC236}">
                  <a16:creationId xmlns:a16="http://schemas.microsoft.com/office/drawing/2014/main" id="{5252B1FF-D0A1-1D49-8AD4-E08822F2FA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8212" y="3303552"/>
              <a:ext cx="67627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rPr>
                <a:t>R</a:t>
              </a:r>
            </a:p>
          </p:txBody>
        </p:sp>
        <p:grpSp>
          <p:nvGrpSpPr>
            <p:cNvPr id="649" name="Group 81">
              <a:extLst>
                <a:ext uri="{FF2B5EF4-FFF2-40B4-BE49-F238E27FC236}">
                  <a16:creationId xmlns:a16="http://schemas.microsoft.com/office/drawing/2014/main" id="{6FDBF652-A395-234F-BA73-32CC54B4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5725" y="1730339"/>
              <a:ext cx="352425" cy="660400"/>
              <a:chOff x="4140" y="429"/>
              <a:chExt cx="1425" cy="2396"/>
            </a:xfrm>
          </p:grpSpPr>
          <p:sp>
            <p:nvSpPr>
              <p:cNvPr id="650" name="Freeform 82">
                <a:extLst>
                  <a:ext uri="{FF2B5EF4-FFF2-40B4-BE49-F238E27FC236}">
                    <a16:creationId xmlns:a16="http://schemas.microsoft.com/office/drawing/2014/main" id="{11ED42DE-3E1B-9B40-9A14-016018BA3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51" name="Rectangle 83">
                <a:extLst>
                  <a:ext uri="{FF2B5EF4-FFF2-40B4-BE49-F238E27FC236}">
                    <a16:creationId xmlns:a16="http://schemas.microsoft.com/office/drawing/2014/main" id="{69066424-99FF-0247-8B01-B3EC332AA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52" name="Freeform 84">
                <a:extLst>
                  <a:ext uri="{FF2B5EF4-FFF2-40B4-BE49-F238E27FC236}">
                    <a16:creationId xmlns:a16="http://schemas.microsoft.com/office/drawing/2014/main" id="{024DB4DC-EB26-FF42-8E20-FFB6C8EFB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53" name="Freeform 85">
                <a:extLst>
                  <a:ext uri="{FF2B5EF4-FFF2-40B4-BE49-F238E27FC236}">
                    <a16:creationId xmlns:a16="http://schemas.microsoft.com/office/drawing/2014/main" id="{E2B0F75E-1C81-FF41-A3F5-E7ADC8B67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54" name="Rectangle 86">
                <a:extLst>
                  <a:ext uri="{FF2B5EF4-FFF2-40B4-BE49-F238E27FC236}">
                    <a16:creationId xmlns:a16="http://schemas.microsoft.com/office/drawing/2014/main" id="{223D30BF-8699-6A44-AEB2-35D0F31FA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55" name="Group 87">
                <a:extLst>
                  <a:ext uri="{FF2B5EF4-FFF2-40B4-BE49-F238E27FC236}">
                    <a16:creationId xmlns:a16="http://schemas.microsoft.com/office/drawing/2014/main" id="{2B7A3D5E-6156-0044-BF32-DFE6857F6F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80" name="AutoShape 88">
                  <a:extLst>
                    <a:ext uri="{FF2B5EF4-FFF2-40B4-BE49-F238E27FC236}">
                      <a16:creationId xmlns:a16="http://schemas.microsoft.com/office/drawing/2014/main" id="{CE04A0BE-092C-E54B-91D3-87501C8CF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681" name="AutoShape 89">
                  <a:extLst>
                    <a:ext uri="{FF2B5EF4-FFF2-40B4-BE49-F238E27FC236}">
                      <a16:creationId xmlns:a16="http://schemas.microsoft.com/office/drawing/2014/main" id="{F5E55A3E-082B-F842-9E07-78A2A99542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56" name="Rectangle 90">
                <a:extLst>
                  <a:ext uri="{FF2B5EF4-FFF2-40B4-BE49-F238E27FC236}">
                    <a16:creationId xmlns:a16="http://schemas.microsoft.com/office/drawing/2014/main" id="{3335A9A0-ABC5-1A45-A4DB-4B8E3B4F0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57" name="Group 91">
                <a:extLst>
                  <a:ext uri="{FF2B5EF4-FFF2-40B4-BE49-F238E27FC236}">
                    <a16:creationId xmlns:a16="http://schemas.microsoft.com/office/drawing/2014/main" id="{6C288698-9C54-614A-9160-55F71D5AEC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78" name="AutoShape 92">
                  <a:extLst>
                    <a:ext uri="{FF2B5EF4-FFF2-40B4-BE49-F238E27FC236}">
                      <a16:creationId xmlns:a16="http://schemas.microsoft.com/office/drawing/2014/main" id="{6A0C18A4-1291-7E43-9345-2A91D6A4B3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679" name="AutoShape 93">
                  <a:extLst>
                    <a:ext uri="{FF2B5EF4-FFF2-40B4-BE49-F238E27FC236}">
                      <a16:creationId xmlns:a16="http://schemas.microsoft.com/office/drawing/2014/main" id="{AC667623-4334-3148-A595-C268518DA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58" name="Rectangle 94">
                <a:extLst>
                  <a:ext uri="{FF2B5EF4-FFF2-40B4-BE49-F238E27FC236}">
                    <a16:creationId xmlns:a16="http://schemas.microsoft.com/office/drawing/2014/main" id="{80DE7B80-C6BB-8A4D-BED5-F51D9888F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59" name="Rectangle 95">
                <a:extLst>
                  <a:ext uri="{FF2B5EF4-FFF2-40B4-BE49-F238E27FC236}">
                    <a16:creationId xmlns:a16="http://schemas.microsoft.com/office/drawing/2014/main" id="{53B39C8C-A4C0-E44F-A049-598F76D03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60" name="Group 96">
                <a:extLst>
                  <a:ext uri="{FF2B5EF4-FFF2-40B4-BE49-F238E27FC236}">
                    <a16:creationId xmlns:a16="http://schemas.microsoft.com/office/drawing/2014/main" id="{8FAE680F-D5F2-F141-AF0E-EFEDC93174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76" name="AutoShape 97">
                  <a:extLst>
                    <a:ext uri="{FF2B5EF4-FFF2-40B4-BE49-F238E27FC236}">
                      <a16:creationId xmlns:a16="http://schemas.microsoft.com/office/drawing/2014/main" id="{F6E6D6FE-5487-4B45-9CD9-034725C341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677" name="AutoShape 98">
                  <a:extLst>
                    <a:ext uri="{FF2B5EF4-FFF2-40B4-BE49-F238E27FC236}">
                      <a16:creationId xmlns:a16="http://schemas.microsoft.com/office/drawing/2014/main" id="{17E4B9CD-9942-AB49-9DCF-EA4C278CAD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61" name="Freeform 99">
                <a:extLst>
                  <a:ext uri="{FF2B5EF4-FFF2-40B4-BE49-F238E27FC236}">
                    <a16:creationId xmlns:a16="http://schemas.microsoft.com/office/drawing/2014/main" id="{66DBC1AB-D3D3-D54A-97DB-61ACDA498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62" name="Group 100">
                <a:extLst>
                  <a:ext uri="{FF2B5EF4-FFF2-40B4-BE49-F238E27FC236}">
                    <a16:creationId xmlns:a16="http://schemas.microsoft.com/office/drawing/2014/main" id="{0ACCF28A-C12F-C84F-B594-FD3A670B69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74" name="AutoShape 101">
                  <a:extLst>
                    <a:ext uri="{FF2B5EF4-FFF2-40B4-BE49-F238E27FC236}">
                      <a16:creationId xmlns:a16="http://schemas.microsoft.com/office/drawing/2014/main" id="{279BBDF1-57E3-A241-8A44-3F0A3BA124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675" name="AutoShape 102">
                  <a:extLst>
                    <a:ext uri="{FF2B5EF4-FFF2-40B4-BE49-F238E27FC236}">
                      <a16:creationId xmlns:a16="http://schemas.microsoft.com/office/drawing/2014/main" id="{0D4E61D6-1AA1-2940-BBA5-24DFE246E5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63" name="Rectangle 103">
                <a:extLst>
                  <a:ext uri="{FF2B5EF4-FFF2-40B4-BE49-F238E27FC236}">
                    <a16:creationId xmlns:a16="http://schemas.microsoft.com/office/drawing/2014/main" id="{564FBD96-ADF5-5342-92F4-3395008B5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64" name="Freeform 104">
                <a:extLst>
                  <a:ext uri="{FF2B5EF4-FFF2-40B4-BE49-F238E27FC236}">
                    <a16:creationId xmlns:a16="http://schemas.microsoft.com/office/drawing/2014/main" id="{F15B27D1-B45C-7141-AB8B-599571DEF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65" name="Freeform 105">
                <a:extLst>
                  <a:ext uri="{FF2B5EF4-FFF2-40B4-BE49-F238E27FC236}">
                    <a16:creationId xmlns:a16="http://schemas.microsoft.com/office/drawing/2014/main" id="{4DC70B30-DD3F-2740-89CC-C75EDB999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66" name="Oval 106">
                <a:extLst>
                  <a:ext uri="{FF2B5EF4-FFF2-40B4-BE49-F238E27FC236}">
                    <a16:creationId xmlns:a16="http://schemas.microsoft.com/office/drawing/2014/main" id="{A0C40071-87FF-864A-81D4-E4F739BF5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67" name="Freeform 107">
                <a:extLst>
                  <a:ext uri="{FF2B5EF4-FFF2-40B4-BE49-F238E27FC236}">
                    <a16:creationId xmlns:a16="http://schemas.microsoft.com/office/drawing/2014/main" id="{2F33C2FE-86C4-B34F-945A-3F9BDF777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68" name="AutoShape 108">
                <a:extLst>
                  <a:ext uri="{FF2B5EF4-FFF2-40B4-BE49-F238E27FC236}">
                    <a16:creationId xmlns:a16="http://schemas.microsoft.com/office/drawing/2014/main" id="{A771515B-1A0A-B646-9681-C95CE2F66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69" name="AutoShape 109">
                <a:extLst>
                  <a:ext uri="{FF2B5EF4-FFF2-40B4-BE49-F238E27FC236}">
                    <a16:creationId xmlns:a16="http://schemas.microsoft.com/office/drawing/2014/main" id="{8DE21308-0063-2D44-A69A-52DF4BDDD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70" name="Oval 110">
                <a:extLst>
                  <a:ext uri="{FF2B5EF4-FFF2-40B4-BE49-F238E27FC236}">
                    <a16:creationId xmlns:a16="http://schemas.microsoft.com/office/drawing/2014/main" id="{4B5FBC97-4AE7-1140-B25E-7DBB15568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71" name="Oval 111">
                <a:extLst>
                  <a:ext uri="{FF2B5EF4-FFF2-40B4-BE49-F238E27FC236}">
                    <a16:creationId xmlns:a16="http://schemas.microsoft.com/office/drawing/2014/main" id="{E22768CA-2A7E-3243-8775-0A66ECEBD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72" name="Oval 112">
                <a:extLst>
                  <a:ext uri="{FF2B5EF4-FFF2-40B4-BE49-F238E27FC236}">
                    <a16:creationId xmlns:a16="http://schemas.microsoft.com/office/drawing/2014/main" id="{D28018C4-A680-2845-A99A-8AA0A8E021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73" name="Rectangle 113">
                <a:extLst>
                  <a:ext uri="{FF2B5EF4-FFF2-40B4-BE49-F238E27FC236}">
                    <a16:creationId xmlns:a16="http://schemas.microsoft.com/office/drawing/2014/main" id="{8FC5897C-9D21-3A46-90EF-445C7839A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682" name="Group 114">
              <a:extLst>
                <a:ext uri="{FF2B5EF4-FFF2-40B4-BE49-F238E27FC236}">
                  <a16:creationId xmlns:a16="http://schemas.microsoft.com/office/drawing/2014/main" id="{B83A96A8-659A-C14A-81F1-36FF3203A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10400" y="1390614"/>
              <a:ext cx="352425" cy="660400"/>
              <a:chOff x="4140" y="429"/>
              <a:chExt cx="1425" cy="2396"/>
            </a:xfrm>
          </p:grpSpPr>
          <p:sp>
            <p:nvSpPr>
              <p:cNvPr id="683" name="Freeform 115">
                <a:extLst>
                  <a:ext uri="{FF2B5EF4-FFF2-40B4-BE49-F238E27FC236}">
                    <a16:creationId xmlns:a16="http://schemas.microsoft.com/office/drawing/2014/main" id="{51E7F745-188F-2049-8F3D-A9F1E48EA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84" name="Rectangle 116">
                <a:extLst>
                  <a:ext uri="{FF2B5EF4-FFF2-40B4-BE49-F238E27FC236}">
                    <a16:creationId xmlns:a16="http://schemas.microsoft.com/office/drawing/2014/main" id="{3330E9B6-9A70-F341-BB07-3C7E5FBB6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85" name="Freeform 117">
                <a:extLst>
                  <a:ext uri="{FF2B5EF4-FFF2-40B4-BE49-F238E27FC236}">
                    <a16:creationId xmlns:a16="http://schemas.microsoft.com/office/drawing/2014/main" id="{10DD9A9D-A76F-3641-9CE7-9F73150FB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86" name="Freeform 118">
                <a:extLst>
                  <a:ext uri="{FF2B5EF4-FFF2-40B4-BE49-F238E27FC236}">
                    <a16:creationId xmlns:a16="http://schemas.microsoft.com/office/drawing/2014/main" id="{1D744195-71CA-F84A-A0EC-B41BAA550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87" name="Rectangle 119">
                <a:extLst>
                  <a:ext uri="{FF2B5EF4-FFF2-40B4-BE49-F238E27FC236}">
                    <a16:creationId xmlns:a16="http://schemas.microsoft.com/office/drawing/2014/main" id="{08B258E9-429B-A04E-9B31-61FC9C0C9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88" name="Group 120">
                <a:extLst>
                  <a:ext uri="{FF2B5EF4-FFF2-40B4-BE49-F238E27FC236}">
                    <a16:creationId xmlns:a16="http://schemas.microsoft.com/office/drawing/2014/main" id="{052466FA-382D-B34A-B153-D2714C4495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713" name="AutoShape 121">
                  <a:extLst>
                    <a:ext uri="{FF2B5EF4-FFF2-40B4-BE49-F238E27FC236}">
                      <a16:creationId xmlns:a16="http://schemas.microsoft.com/office/drawing/2014/main" id="{A21CDD7A-2555-5B47-9078-A436ACA9B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14" name="AutoShape 122">
                  <a:extLst>
                    <a:ext uri="{FF2B5EF4-FFF2-40B4-BE49-F238E27FC236}">
                      <a16:creationId xmlns:a16="http://schemas.microsoft.com/office/drawing/2014/main" id="{CBF9610B-13CA-D841-A288-8379AC7B45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89" name="Rectangle 123">
                <a:extLst>
                  <a:ext uri="{FF2B5EF4-FFF2-40B4-BE49-F238E27FC236}">
                    <a16:creationId xmlns:a16="http://schemas.microsoft.com/office/drawing/2014/main" id="{CBC048D4-7B3A-6F41-A02E-503359CF5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90" name="Group 124">
                <a:extLst>
                  <a:ext uri="{FF2B5EF4-FFF2-40B4-BE49-F238E27FC236}">
                    <a16:creationId xmlns:a16="http://schemas.microsoft.com/office/drawing/2014/main" id="{4D7B123C-FEF1-E041-894F-F31DD588C3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11" name="AutoShape 125">
                  <a:extLst>
                    <a:ext uri="{FF2B5EF4-FFF2-40B4-BE49-F238E27FC236}">
                      <a16:creationId xmlns:a16="http://schemas.microsoft.com/office/drawing/2014/main" id="{DAEC4BE7-B702-0848-BF3B-82C6FCF0AE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12" name="AutoShape 126">
                  <a:extLst>
                    <a:ext uri="{FF2B5EF4-FFF2-40B4-BE49-F238E27FC236}">
                      <a16:creationId xmlns:a16="http://schemas.microsoft.com/office/drawing/2014/main" id="{FBEAEEDC-D373-2043-9097-A4F8AEA4ED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91" name="Rectangle 127">
                <a:extLst>
                  <a:ext uri="{FF2B5EF4-FFF2-40B4-BE49-F238E27FC236}">
                    <a16:creationId xmlns:a16="http://schemas.microsoft.com/office/drawing/2014/main" id="{4DD8CBA3-5EC3-7B48-9BE0-6003CD8A0A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92" name="Rectangle 128">
                <a:extLst>
                  <a:ext uri="{FF2B5EF4-FFF2-40B4-BE49-F238E27FC236}">
                    <a16:creationId xmlns:a16="http://schemas.microsoft.com/office/drawing/2014/main" id="{BA5E53EA-3ECC-A847-B148-B8ED1636EA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93" name="Group 129">
                <a:extLst>
                  <a:ext uri="{FF2B5EF4-FFF2-40B4-BE49-F238E27FC236}">
                    <a16:creationId xmlns:a16="http://schemas.microsoft.com/office/drawing/2014/main" id="{C816273C-68D1-2045-8CE5-F2A266739E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709" name="AutoShape 130">
                  <a:extLst>
                    <a:ext uri="{FF2B5EF4-FFF2-40B4-BE49-F238E27FC236}">
                      <a16:creationId xmlns:a16="http://schemas.microsoft.com/office/drawing/2014/main" id="{AE043AC3-A076-4449-9CD3-8DA37B0F09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10" name="AutoShape 131">
                  <a:extLst>
                    <a:ext uri="{FF2B5EF4-FFF2-40B4-BE49-F238E27FC236}">
                      <a16:creationId xmlns:a16="http://schemas.microsoft.com/office/drawing/2014/main" id="{E346A75D-7CBE-8A47-B07E-5D39EAB4BE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94" name="Freeform 132">
                <a:extLst>
                  <a:ext uri="{FF2B5EF4-FFF2-40B4-BE49-F238E27FC236}">
                    <a16:creationId xmlns:a16="http://schemas.microsoft.com/office/drawing/2014/main" id="{F00AFCE9-BD33-D444-BA2F-95E356063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695" name="Group 133">
                <a:extLst>
                  <a:ext uri="{FF2B5EF4-FFF2-40B4-BE49-F238E27FC236}">
                    <a16:creationId xmlns:a16="http://schemas.microsoft.com/office/drawing/2014/main" id="{DF061EE0-DC00-D341-ACD4-2D438E4D73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707" name="AutoShape 134">
                  <a:extLst>
                    <a:ext uri="{FF2B5EF4-FFF2-40B4-BE49-F238E27FC236}">
                      <a16:creationId xmlns:a16="http://schemas.microsoft.com/office/drawing/2014/main" id="{8A5DEFF2-82FF-9C4B-B30F-DD02A99BAB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08" name="AutoShape 135">
                  <a:extLst>
                    <a:ext uri="{FF2B5EF4-FFF2-40B4-BE49-F238E27FC236}">
                      <a16:creationId xmlns:a16="http://schemas.microsoft.com/office/drawing/2014/main" id="{9E0A6440-9A0A-834A-BE6A-CB243F8A04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696" name="Rectangle 136">
                <a:extLst>
                  <a:ext uri="{FF2B5EF4-FFF2-40B4-BE49-F238E27FC236}">
                    <a16:creationId xmlns:a16="http://schemas.microsoft.com/office/drawing/2014/main" id="{C3E6428A-F3CA-6646-8504-7A4B8087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97" name="Freeform 137">
                <a:extLst>
                  <a:ext uri="{FF2B5EF4-FFF2-40B4-BE49-F238E27FC236}">
                    <a16:creationId xmlns:a16="http://schemas.microsoft.com/office/drawing/2014/main" id="{36A1B92D-73B3-1E48-9DF6-56C52B1C0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98" name="Freeform 138">
                <a:extLst>
                  <a:ext uri="{FF2B5EF4-FFF2-40B4-BE49-F238E27FC236}">
                    <a16:creationId xmlns:a16="http://schemas.microsoft.com/office/drawing/2014/main" id="{BBCC47D2-9636-8645-A30A-A9FB9FEB7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699" name="Oval 139">
                <a:extLst>
                  <a:ext uri="{FF2B5EF4-FFF2-40B4-BE49-F238E27FC236}">
                    <a16:creationId xmlns:a16="http://schemas.microsoft.com/office/drawing/2014/main" id="{538F95FE-99F4-114C-88F1-20DC65C7D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00" name="Freeform 140">
                <a:extLst>
                  <a:ext uri="{FF2B5EF4-FFF2-40B4-BE49-F238E27FC236}">
                    <a16:creationId xmlns:a16="http://schemas.microsoft.com/office/drawing/2014/main" id="{3A2D7A8F-740E-E44C-8A64-6BF5A90E8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01" name="AutoShape 141">
                <a:extLst>
                  <a:ext uri="{FF2B5EF4-FFF2-40B4-BE49-F238E27FC236}">
                    <a16:creationId xmlns:a16="http://schemas.microsoft.com/office/drawing/2014/main" id="{E95BA8FE-A8C5-0F4B-802A-0FFE3E934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02" name="AutoShape 142">
                <a:extLst>
                  <a:ext uri="{FF2B5EF4-FFF2-40B4-BE49-F238E27FC236}">
                    <a16:creationId xmlns:a16="http://schemas.microsoft.com/office/drawing/2014/main" id="{05E6F7D8-B8C8-534A-8606-ED1588904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03" name="Oval 143">
                <a:extLst>
                  <a:ext uri="{FF2B5EF4-FFF2-40B4-BE49-F238E27FC236}">
                    <a16:creationId xmlns:a16="http://schemas.microsoft.com/office/drawing/2014/main" id="{D7668313-20A1-7840-BCF9-D2778D9E7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04" name="Oval 144">
                <a:extLst>
                  <a:ext uri="{FF2B5EF4-FFF2-40B4-BE49-F238E27FC236}">
                    <a16:creationId xmlns:a16="http://schemas.microsoft.com/office/drawing/2014/main" id="{3152B3AD-E2B7-A045-8DF7-86DF2FE62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05" name="Oval 145">
                <a:extLst>
                  <a:ext uri="{FF2B5EF4-FFF2-40B4-BE49-F238E27FC236}">
                    <a16:creationId xmlns:a16="http://schemas.microsoft.com/office/drawing/2014/main" id="{7A3BC98F-1F3C-794E-BD03-4960366B4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06" name="Rectangle 146">
                <a:extLst>
                  <a:ext uri="{FF2B5EF4-FFF2-40B4-BE49-F238E27FC236}">
                    <a16:creationId xmlns:a16="http://schemas.microsoft.com/office/drawing/2014/main" id="{FD2E8B12-7E5B-534C-992F-CC974F01D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715" name="Group 147">
              <a:extLst>
                <a:ext uri="{FF2B5EF4-FFF2-40B4-BE49-F238E27FC236}">
                  <a16:creationId xmlns:a16="http://schemas.microsoft.com/office/drawing/2014/main" id="{4942FA46-AAAE-D947-BF1A-4481A34482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61550" y="1646202"/>
              <a:ext cx="352425" cy="660400"/>
              <a:chOff x="4140" y="429"/>
              <a:chExt cx="1425" cy="2396"/>
            </a:xfrm>
          </p:grpSpPr>
          <p:sp>
            <p:nvSpPr>
              <p:cNvPr id="716" name="Freeform 148">
                <a:extLst>
                  <a:ext uri="{FF2B5EF4-FFF2-40B4-BE49-F238E27FC236}">
                    <a16:creationId xmlns:a16="http://schemas.microsoft.com/office/drawing/2014/main" id="{CC23ABEE-8791-714B-8A1A-4F7AD8EF3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17" name="Rectangle 149">
                <a:extLst>
                  <a:ext uri="{FF2B5EF4-FFF2-40B4-BE49-F238E27FC236}">
                    <a16:creationId xmlns:a16="http://schemas.microsoft.com/office/drawing/2014/main" id="{2B86FF99-00DB-934B-8BA7-48C64B644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6" cy="2287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18" name="Freeform 150">
                <a:extLst>
                  <a:ext uri="{FF2B5EF4-FFF2-40B4-BE49-F238E27FC236}">
                    <a16:creationId xmlns:a16="http://schemas.microsoft.com/office/drawing/2014/main" id="{956FBF0C-5170-794A-B33B-82657D571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19" name="Freeform 151">
                <a:extLst>
                  <a:ext uri="{FF2B5EF4-FFF2-40B4-BE49-F238E27FC236}">
                    <a16:creationId xmlns:a16="http://schemas.microsoft.com/office/drawing/2014/main" id="{445CE280-0D0A-6B4F-84F6-532AE1926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20" name="Rectangle 152">
                <a:extLst>
                  <a:ext uri="{FF2B5EF4-FFF2-40B4-BE49-F238E27FC236}">
                    <a16:creationId xmlns:a16="http://schemas.microsoft.com/office/drawing/2014/main" id="{0D6EBFB3-4B17-8B4D-84D1-393E2919B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721" name="Group 153">
                <a:extLst>
                  <a:ext uri="{FF2B5EF4-FFF2-40B4-BE49-F238E27FC236}">
                    <a16:creationId xmlns:a16="http://schemas.microsoft.com/office/drawing/2014/main" id="{68337FBF-F76C-C544-8BA6-563723BD11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746" name="AutoShape 154">
                  <a:extLst>
                    <a:ext uri="{FF2B5EF4-FFF2-40B4-BE49-F238E27FC236}">
                      <a16:creationId xmlns:a16="http://schemas.microsoft.com/office/drawing/2014/main" id="{7983AE2B-9F40-7446-964A-C0D1EC2552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0"/>
                  <a:ext cx="721" cy="14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47" name="AutoShape 155">
                  <a:extLst>
                    <a:ext uri="{FF2B5EF4-FFF2-40B4-BE49-F238E27FC236}">
                      <a16:creationId xmlns:a16="http://schemas.microsoft.com/office/drawing/2014/main" id="{ADC46602-CC63-8141-8BF1-5EC8D1824C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2"/>
                  <a:ext cx="689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722" name="Rectangle 156">
                <a:extLst>
                  <a:ext uri="{FF2B5EF4-FFF2-40B4-BE49-F238E27FC236}">
                    <a16:creationId xmlns:a16="http://schemas.microsoft.com/office/drawing/2014/main" id="{0B0E3BE7-5708-A949-85C0-8553CB933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6"/>
                <a:ext cx="597" cy="52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723" name="Group 157">
                <a:extLst>
                  <a:ext uri="{FF2B5EF4-FFF2-40B4-BE49-F238E27FC236}">
                    <a16:creationId xmlns:a16="http://schemas.microsoft.com/office/drawing/2014/main" id="{59EFAC4A-A3D4-9E4D-84E2-5BD8A5D33E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44" name="AutoShape 158">
                  <a:extLst>
                    <a:ext uri="{FF2B5EF4-FFF2-40B4-BE49-F238E27FC236}">
                      <a16:creationId xmlns:a16="http://schemas.microsoft.com/office/drawing/2014/main" id="{B68D7D2F-A4EC-6343-AAA2-E27A5BE917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1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45" name="AutoShape 159">
                  <a:extLst>
                    <a:ext uri="{FF2B5EF4-FFF2-40B4-BE49-F238E27FC236}">
                      <a16:creationId xmlns:a16="http://schemas.microsoft.com/office/drawing/2014/main" id="{5C8BE6BD-0D6C-BE4F-A7C1-CFA5A3A723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4" y="2585"/>
                  <a:ext cx="689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724" name="Rectangle 160">
                <a:extLst>
                  <a:ext uri="{FF2B5EF4-FFF2-40B4-BE49-F238E27FC236}">
                    <a16:creationId xmlns:a16="http://schemas.microsoft.com/office/drawing/2014/main" id="{584E618E-4A1F-8343-97FD-62858B78F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25" name="Rectangle 161">
                <a:extLst>
                  <a:ext uri="{FF2B5EF4-FFF2-40B4-BE49-F238E27FC236}">
                    <a16:creationId xmlns:a16="http://schemas.microsoft.com/office/drawing/2014/main" id="{12F0293A-C413-F449-BF89-9E1C83526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7" cy="46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726" name="Group 162">
                <a:extLst>
                  <a:ext uri="{FF2B5EF4-FFF2-40B4-BE49-F238E27FC236}">
                    <a16:creationId xmlns:a16="http://schemas.microsoft.com/office/drawing/2014/main" id="{1A6200EB-5E59-2B47-9B1A-EF30A5EAD2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742" name="AutoShape 163">
                  <a:extLst>
                    <a:ext uri="{FF2B5EF4-FFF2-40B4-BE49-F238E27FC236}">
                      <a16:creationId xmlns:a16="http://schemas.microsoft.com/office/drawing/2014/main" id="{B97E9310-11F5-E248-A0DF-E45AE8F9B8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43" name="AutoShape 164">
                  <a:extLst>
                    <a:ext uri="{FF2B5EF4-FFF2-40B4-BE49-F238E27FC236}">
                      <a16:creationId xmlns:a16="http://schemas.microsoft.com/office/drawing/2014/main" id="{968E1571-41AC-434C-B887-D8EBC7A3B0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4"/>
                  <a:ext cx="688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727" name="Freeform 165">
                <a:extLst>
                  <a:ext uri="{FF2B5EF4-FFF2-40B4-BE49-F238E27FC236}">
                    <a16:creationId xmlns:a16="http://schemas.microsoft.com/office/drawing/2014/main" id="{BE30363C-DD3A-B943-9269-1BAD5BA36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728" name="Group 166">
                <a:extLst>
                  <a:ext uri="{FF2B5EF4-FFF2-40B4-BE49-F238E27FC236}">
                    <a16:creationId xmlns:a16="http://schemas.microsoft.com/office/drawing/2014/main" id="{38788B69-339D-7F4E-B301-8175DEA9D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740" name="AutoShape 167">
                  <a:extLst>
                    <a:ext uri="{FF2B5EF4-FFF2-40B4-BE49-F238E27FC236}">
                      <a16:creationId xmlns:a16="http://schemas.microsoft.com/office/drawing/2014/main" id="{97B97885-9739-1F45-B789-FBABCFF92A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9"/>
                  <a:ext cx="728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741" name="AutoShape 168">
                  <a:extLst>
                    <a:ext uri="{FF2B5EF4-FFF2-40B4-BE49-F238E27FC236}">
                      <a16:creationId xmlns:a16="http://schemas.microsoft.com/office/drawing/2014/main" id="{84771018-17F5-D14A-8D8C-59EE601BC2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6"/>
                  <a:ext cx="696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729" name="Rectangle 169">
                <a:extLst>
                  <a:ext uri="{FF2B5EF4-FFF2-40B4-BE49-F238E27FC236}">
                    <a16:creationId xmlns:a16="http://schemas.microsoft.com/office/drawing/2014/main" id="{7A058DA4-516B-7D41-BD30-6364FF15C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71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0" name="Freeform 170">
                <a:extLst>
                  <a:ext uri="{FF2B5EF4-FFF2-40B4-BE49-F238E27FC236}">
                    <a16:creationId xmlns:a16="http://schemas.microsoft.com/office/drawing/2014/main" id="{856E246C-1591-CA4F-8ADE-8DDDDAA77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1" name="Freeform 171">
                <a:extLst>
                  <a:ext uri="{FF2B5EF4-FFF2-40B4-BE49-F238E27FC236}">
                    <a16:creationId xmlns:a16="http://schemas.microsoft.com/office/drawing/2014/main" id="{31F0BA80-7560-4D47-A9F7-FD31AEA434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2" name="Oval 172">
                <a:extLst>
                  <a:ext uri="{FF2B5EF4-FFF2-40B4-BE49-F238E27FC236}">
                    <a16:creationId xmlns:a16="http://schemas.microsoft.com/office/drawing/2014/main" id="{0250F674-2E69-7A49-BD4A-7A0B63C62F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3" name="Freeform 173">
                <a:extLst>
                  <a:ext uri="{FF2B5EF4-FFF2-40B4-BE49-F238E27FC236}">
                    <a16:creationId xmlns:a16="http://schemas.microsoft.com/office/drawing/2014/main" id="{D9EA6536-474B-D64B-B205-1D6C9BA82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4" name="AutoShape 174">
                <a:extLst>
                  <a:ext uri="{FF2B5EF4-FFF2-40B4-BE49-F238E27FC236}">
                    <a16:creationId xmlns:a16="http://schemas.microsoft.com/office/drawing/2014/main" id="{E488D72C-E2D7-A24F-8921-7455381C5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5" name="AutoShape 175">
                <a:extLst>
                  <a:ext uri="{FF2B5EF4-FFF2-40B4-BE49-F238E27FC236}">
                    <a16:creationId xmlns:a16="http://schemas.microsoft.com/office/drawing/2014/main" id="{912439D6-774F-1547-AA0D-047E22092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10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6" name="Oval 176">
                <a:extLst>
                  <a:ext uri="{FF2B5EF4-FFF2-40B4-BE49-F238E27FC236}">
                    <a16:creationId xmlns:a16="http://schemas.microsoft.com/office/drawing/2014/main" id="{A2D2898C-A040-C744-8B60-25B92A3ED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2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7" name="Oval 177">
                <a:extLst>
                  <a:ext uri="{FF2B5EF4-FFF2-40B4-BE49-F238E27FC236}">
                    <a16:creationId xmlns:a16="http://schemas.microsoft.com/office/drawing/2014/main" id="{6D69F5EA-B0E7-DA4A-8B00-86E1B289A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8" name="Oval 178">
                <a:extLst>
                  <a:ext uri="{FF2B5EF4-FFF2-40B4-BE49-F238E27FC236}">
                    <a16:creationId xmlns:a16="http://schemas.microsoft.com/office/drawing/2014/main" id="{CB13C9A5-3005-C744-AAF5-43F081367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2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739" name="Rectangle 179">
                <a:extLst>
                  <a:ext uri="{FF2B5EF4-FFF2-40B4-BE49-F238E27FC236}">
                    <a16:creationId xmlns:a16="http://schemas.microsoft.com/office/drawing/2014/main" id="{5E9EBF99-398D-4346-9CCC-C08D38A90E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4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748" name="Group 180">
              <a:extLst>
                <a:ext uri="{FF2B5EF4-FFF2-40B4-BE49-F238E27FC236}">
                  <a16:creationId xmlns:a16="http://schemas.microsoft.com/office/drawing/2014/main" id="{68A8F3DD-C4CD-1A4A-A99E-EE08AE2B9AB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010775" y="4435439"/>
              <a:ext cx="803275" cy="771525"/>
              <a:chOff x="-44" y="1473"/>
              <a:chExt cx="981" cy="1105"/>
            </a:xfrm>
          </p:grpSpPr>
          <p:pic>
            <p:nvPicPr>
              <p:cNvPr id="749" name="Picture 181" descr="desktop_computer_stylized_medium">
                <a:extLst>
                  <a:ext uri="{FF2B5EF4-FFF2-40B4-BE49-F238E27FC236}">
                    <a16:creationId xmlns:a16="http://schemas.microsoft.com/office/drawing/2014/main" id="{FB1222DE-2F29-E94E-BA2E-8430BD1F41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0" name="Freeform 182">
                <a:extLst>
                  <a:ext uri="{FF2B5EF4-FFF2-40B4-BE49-F238E27FC236}">
                    <a16:creationId xmlns:a16="http://schemas.microsoft.com/office/drawing/2014/main" id="{25C576CA-310E-BF45-AEA0-47D91F2AB2B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751" name="Group 183">
              <a:extLst>
                <a:ext uri="{FF2B5EF4-FFF2-40B4-BE49-F238E27FC236}">
                  <a16:creationId xmlns:a16="http://schemas.microsoft.com/office/drawing/2014/main" id="{292C5560-DFC2-574D-8C62-B6F62F2DC8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4416389"/>
              <a:ext cx="803275" cy="771525"/>
              <a:chOff x="-44" y="1473"/>
              <a:chExt cx="981" cy="1105"/>
            </a:xfrm>
          </p:grpSpPr>
          <p:pic>
            <p:nvPicPr>
              <p:cNvPr id="752" name="Picture 184" descr="desktop_computer_stylized_medium">
                <a:extLst>
                  <a:ext uri="{FF2B5EF4-FFF2-40B4-BE49-F238E27FC236}">
                    <a16:creationId xmlns:a16="http://schemas.microsoft.com/office/drawing/2014/main" id="{5ADBABA6-9549-8F45-9CC6-895C1B7130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3" name="Freeform 185">
                <a:extLst>
                  <a:ext uri="{FF2B5EF4-FFF2-40B4-BE49-F238E27FC236}">
                    <a16:creationId xmlns:a16="http://schemas.microsoft.com/office/drawing/2014/main" id="{175C8E0C-2E66-F847-85BF-1DF27F6E9D5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754" name="Group 186">
              <a:extLst>
                <a:ext uri="{FF2B5EF4-FFF2-40B4-BE49-F238E27FC236}">
                  <a16:creationId xmlns:a16="http://schemas.microsoft.com/office/drawing/2014/main" id="{BFA50ABA-EF43-8248-BFEE-B2185F9FF4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8300" y="4865652"/>
              <a:ext cx="803275" cy="771525"/>
              <a:chOff x="-44" y="1473"/>
              <a:chExt cx="981" cy="1105"/>
            </a:xfrm>
          </p:grpSpPr>
          <p:pic>
            <p:nvPicPr>
              <p:cNvPr id="755" name="Picture 187" descr="desktop_computer_stylized_medium">
                <a:extLst>
                  <a:ext uri="{FF2B5EF4-FFF2-40B4-BE49-F238E27FC236}">
                    <a16:creationId xmlns:a16="http://schemas.microsoft.com/office/drawing/2014/main" id="{F7F3CEF1-4AEE-174D-A7EB-35D5923CD4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6" name="Freeform 188">
                <a:extLst>
                  <a:ext uri="{FF2B5EF4-FFF2-40B4-BE49-F238E27FC236}">
                    <a16:creationId xmlns:a16="http://schemas.microsoft.com/office/drawing/2014/main" id="{092BEB98-510F-A54D-8396-7B8E24FE092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sp>
        <p:nvSpPr>
          <p:cNvPr id="648" name="Rectangle 523">
            <a:extLst>
              <a:ext uri="{FF2B5EF4-FFF2-40B4-BE49-F238E27FC236}">
                <a16:creationId xmlns:a16="http://schemas.microsoft.com/office/drawing/2014/main" id="{17573379-BEF3-6842-92C8-C7C11E0F1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3336" y="1491893"/>
            <a:ext cx="452273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per-connection end-end throughput: </a:t>
            </a: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min(R</a:t>
            </a:r>
            <a:r>
              <a:rPr kumimoji="0" lang="en-US" altLang="en-US" sz="3200" b="0" i="1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,R</a:t>
            </a:r>
            <a:r>
              <a:rPr kumimoji="0" lang="en-US" altLang="en-US" sz="3200" b="0" i="1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,R/10)</a:t>
            </a:r>
          </a:p>
          <a:p>
            <a:pPr marL="342900" marR="0" lvl="0" indent="-342900" algn="l" defTabSz="914400" rtl="0" eaLnBrk="1" fontAlgn="base" latinLnBrk="0" hangingPunct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 practice: </a:t>
            </a: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</a:t>
            </a:r>
            <a:r>
              <a:rPr kumimoji="0" lang="en-US" altLang="en-US" sz="3200" b="0" i="1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or </a:t>
            </a: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</a:t>
            </a:r>
            <a:r>
              <a:rPr kumimoji="0" lang="en-US" altLang="en-US" sz="3200" b="0" i="1" u="none" strike="noStrike" kern="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often bottleneck</a:t>
            </a:r>
          </a:p>
        </p:txBody>
      </p:sp>
    </p:spTree>
    <p:extLst>
      <p:ext uri="{BB962C8B-B14F-4D97-AF65-F5344CB8AC3E}">
        <p14:creationId xmlns:p14="http://schemas.microsoft.com/office/powerpoint/2010/main" val="35832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38">
            <a:extLst>
              <a:ext uri="{FF2B5EF4-FFF2-40B4-BE49-F238E27FC236}">
                <a16:creationId xmlns:a16="http://schemas.microsoft.com/office/drawing/2014/main" id="{54E266FC-2C53-E845-810D-72800D812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1406" y="5366286"/>
            <a:ext cx="469144" cy="31549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ine 105">
            <a:extLst>
              <a:ext uri="{FF2B5EF4-FFF2-40B4-BE49-F238E27FC236}">
                <a16:creationId xmlns:a16="http://schemas.microsoft.com/office/drawing/2014/main" id="{BF1773B1-5019-2B4A-BE6A-B8195D8981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1311" y="5467468"/>
            <a:ext cx="639909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49EA779-C782-D646-A376-27962D2DE8E5}"/>
              </a:ext>
            </a:extLst>
          </p:cNvPr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051DA911-6679-5545-AC55-97B68D0A590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B387723-AD5A-6B40-86DC-4E06378B6C3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EAEAA504-561F-934C-865A-D764D9D4B58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B39429AE-64BE-C648-B108-3B471FFD1A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109B151A-13E2-DE44-ACE5-AC68DBD136E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EF70FD4D-FD10-ED44-BB61-DD85162EEA3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F03C20EC-4A97-134D-9A10-FFE3DDFF03F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" name="Line 106">
            <a:extLst>
              <a:ext uri="{FF2B5EF4-FFF2-40B4-BE49-F238E27FC236}">
                <a16:creationId xmlns:a16="http://schemas.microsoft.com/office/drawing/2014/main" id="{254FEBFF-881B-E94A-B5B4-5A077C547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6350" y="5451593"/>
            <a:ext cx="67755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Line 108">
            <a:extLst>
              <a:ext uri="{FF2B5EF4-FFF2-40B4-BE49-F238E27FC236}">
                <a16:creationId xmlns:a16="http://schemas.microsoft.com/office/drawing/2014/main" id="{524659AB-C458-864A-B318-E8190017E7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8223" y="5062655"/>
            <a:ext cx="661222" cy="273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Line 291">
            <a:extLst>
              <a:ext uri="{FF2B5EF4-FFF2-40B4-BE49-F238E27FC236}">
                <a16:creationId xmlns:a16="http://schemas.microsoft.com/office/drawing/2014/main" id="{EB8F889A-4D2D-1B4E-8BFD-EC217EFF6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474" y="5583355"/>
            <a:ext cx="318847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A77B42D-EF91-9343-B8AA-7F791CA6173D}"/>
              </a:ext>
            </a:extLst>
          </p:cNvPr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717B3640-CBA8-9D4D-B10E-118D837582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DF87D0C-16B9-0242-9434-F058BACF6AF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75F2C4B-EC99-0546-B8BC-E6ABDA1C57C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7AB43264-5575-584F-8FE6-D1C2C13E1C3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99D8A414-A25C-5C43-9BC9-95C40A420E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B398E537-2A8D-B343-AFFC-0C206FB72B1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8F5B5F4D-A081-8041-8446-B98FF777149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Line 113">
            <a:extLst>
              <a:ext uri="{FF2B5EF4-FFF2-40B4-BE49-F238E27FC236}">
                <a16:creationId xmlns:a16="http://schemas.microsoft.com/office/drawing/2014/main" id="{EEC03E85-460E-344B-B658-EA55A92713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2660" y="5511918"/>
            <a:ext cx="865759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294">
            <a:extLst>
              <a:ext uri="{FF2B5EF4-FFF2-40B4-BE49-F238E27FC236}">
                <a16:creationId xmlns:a16="http://schemas.microsoft.com/office/drawing/2014/main" id="{6AFF4B42-51C0-8447-92BB-FCA57D50B6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7823" y="5773855"/>
            <a:ext cx="487128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EAC493A-EEEF-7C4F-AA98-1801621812D4}"/>
              </a:ext>
            </a:extLst>
          </p:cNvPr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7C772A01-ED51-DF4C-9654-6B6278386C2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B003DFE7-C366-8140-9629-CD63DF215ED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5F84292C-45D7-D245-AF05-1049328026B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672ECA71-4ED1-A742-8D27-C7DD78E8129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AB422B19-1B67-F744-AB96-3C00EBB25F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64DBC56A-851B-1045-8E18-0E1AE5828A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687D1E8F-A9D2-414E-B37C-C2A41CFCDB2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“Real” Internet delays and routes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do “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real” Internet delay &amp; loss look like? 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traceroute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program: provides delay measurement from source to router along end-end Internet path towards destination.  For all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i:</a:t>
            </a:r>
          </a:p>
        </p:txBody>
      </p:sp>
      <p:sp>
        <p:nvSpPr>
          <p:cNvPr id="23" name="Line 260">
            <a:extLst>
              <a:ext uri="{FF2B5EF4-FFF2-40B4-BE49-F238E27FC236}">
                <a16:creationId xmlns:a16="http://schemas.microsoft.com/office/drawing/2014/main" id="{146ED7EC-5957-5A4D-8C10-71CB9EFF9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1850" y="5476993"/>
            <a:ext cx="67755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Line 261">
            <a:extLst>
              <a:ext uri="{FF2B5EF4-FFF2-40B4-BE49-F238E27FC236}">
                <a16:creationId xmlns:a16="http://schemas.microsoft.com/office/drawing/2014/main" id="{7F082344-D846-A442-8098-3870FBC04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0060" y="5423018"/>
            <a:ext cx="777191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Line 292">
            <a:extLst>
              <a:ext uri="{FF2B5EF4-FFF2-40B4-BE49-F238E27FC236}">
                <a16:creationId xmlns:a16="http://schemas.microsoft.com/office/drawing/2014/main" id="{F2A2632A-A659-1B45-9C0A-17E3A7312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524" y="5170605"/>
            <a:ext cx="318847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Line 295">
            <a:extLst>
              <a:ext uri="{FF2B5EF4-FFF2-40B4-BE49-F238E27FC236}">
                <a16:creationId xmlns:a16="http://schemas.microsoft.com/office/drawing/2014/main" id="{69CE8977-5EAF-2D48-AB87-ABB232029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4926" y="5277473"/>
            <a:ext cx="8857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300">
            <a:extLst>
              <a:ext uri="{FF2B5EF4-FFF2-40B4-BE49-F238E27FC236}">
                <a16:creationId xmlns:a16="http://schemas.microsoft.com/office/drawing/2014/main" id="{A650D718-81E6-C34A-AA06-669C83840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 probes</a:t>
            </a:r>
          </a:p>
        </p:txBody>
      </p:sp>
      <p:sp>
        <p:nvSpPr>
          <p:cNvPr id="30" name="Text Box 302">
            <a:extLst>
              <a:ext uri="{FF2B5EF4-FFF2-40B4-BE49-F238E27FC236}">
                <a16:creationId xmlns:a16="http://schemas.microsoft.com/office/drawing/2014/main" id="{8C2F6269-CD63-DC47-AA5A-D6F6AD85E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 probes</a:t>
            </a:r>
          </a:p>
        </p:txBody>
      </p:sp>
      <p:sp>
        <p:nvSpPr>
          <p:cNvPr id="31" name="Text Box 304">
            <a:extLst>
              <a:ext uri="{FF2B5EF4-FFF2-40B4-BE49-F238E27FC236}">
                <a16:creationId xmlns:a16="http://schemas.microsoft.com/office/drawing/2014/main" id="{43A2AD3C-9D79-9140-BB67-1BE3BD42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 probes</a:t>
            </a:r>
          </a:p>
        </p:txBody>
      </p:sp>
      <p:grpSp>
        <p:nvGrpSpPr>
          <p:cNvPr id="32" name="Group 100">
            <a:extLst>
              <a:ext uri="{FF2B5EF4-FFF2-40B4-BE49-F238E27FC236}">
                <a16:creationId xmlns:a16="http://schemas.microsoft.com/office/drawing/2014/main" id="{1BEC51D1-0886-F14D-B99F-4CA3879860C9}"/>
              </a:ext>
            </a:extLst>
          </p:cNvPr>
          <p:cNvGrpSpPr>
            <a:grpSpLocks/>
          </p:cNvGrpSpPr>
          <p:nvPr/>
        </p:nvGrpSpPr>
        <p:grpSpPr bwMode="auto"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id="33" name="Picture 101" descr="desktop_computer_stylized_medium">
              <a:extLst>
                <a:ext uri="{FF2B5EF4-FFF2-40B4-BE49-F238E27FC236}">
                  <a16:creationId xmlns:a16="http://schemas.microsoft.com/office/drawing/2014/main" id="{C4436358-53EB-1341-B2F7-BBA9BFD86F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102">
              <a:extLst>
                <a:ext uri="{FF2B5EF4-FFF2-40B4-BE49-F238E27FC236}">
                  <a16:creationId xmlns:a16="http://schemas.microsoft.com/office/drawing/2014/main" id="{4813CA23-213B-0C4B-B526-D05F84EB965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Group 103">
            <a:extLst>
              <a:ext uri="{FF2B5EF4-FFF2-40B4-BE49-F238E27FC236}">
                <a16:creationId xmlns:a16="http://schemas.microsoft.com/office/drawing/2014/main" id="{838A2555-9382-2A43-A8D2-3F77BF649C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id="42" name="Picture 104" descr="desktop_computer_stylized_medium">
              <a:extLst>
                <a:ext uri="{FF2B5EF4-FFF2-40B4-BE49-F238E27FC236}">
                  <a16:creationId xmlns:a16="http://schemas.microsoft.com/office/drawing/2014/main" id="{99E32CCD-2CED-C441-BCF6-83FBBB7A2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105">
              <a:extLst>
                <a:ext uri="{FF2B5EF4-FFF2-40B4-BE49-F238E27FC236}">
                  <a16:creationId xmlns:a16="http://schemas.microsoft.com/office/drawing/2014/main" id="{1DE64A0C-778E-0542-AF02-9D5203B331A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4" name="Freeform 303">
            <a:extLst>
              <a:ext uri="{FF2B5EF4-FFF2-40B4-BE49-F238E27FC236}">
                <a16:creationId xmlns:a16="http://schemas.microsoft.com/office/drawing/2014/main" id="{D57CFF59-F6AE-0444-8D13-D8E49817EC92}"/>
              </a:ext>
            </a:extLst>
          </p:cNvPr>
          <p:cNvSpPr>
            <a:spLocks/>
          </p:cNvSpPr>
          <p:nvPr/>
        </p:nvSpPr>
        <p:spPr bwMode="auto">
          <a:xfrm>
            <a:off x="2868986" y="5356343"/>
            <a:ext cx="3135331" cy="403225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Freeform 299">
            <a:extLst>
              <a:ext uri="{FF2B5EF4-FFF2-40B4-BE49-F238E27FC236}">
                <a16:creationId xmlns:a16="http://schemas.microsoft.com/office/drawing/2014/main" id="{106F45C5-44D3-EB44-A1DD-18F6304B9226}"/>
              </a:ext>
            </a:extLst>
          </p:cNvPr>
          <p:cNvSpPr>
            <a:spLocks/>
          </p:cNvSpPr>
          <p:nvPr/>
        </p:nvSpPr>
        <p:spPr bwMode="auto">
          <a:xfrm>
            <a:off x="2900736" y="5392855"/>
            <a:ext cx="584553" cy="419100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Freeform 301">
            <a:extLst>
              <a:ext uri="{FF2B5EF4-FFF2-40B4-BE49-F238E27FC236}">
                <a16:creationId xmlns:a16="http://schemas.microsoft.com/office/drawing/2014/main" id="{B0DADD8E-881D-B14F-BA59-384DC3B918B6}"/>
              </a:ext>
            </a:extLst>
          </p:cNvPr>
          <p:cNvSpPr>
            <a:spLocks/>
          </p:cNvSpPr>
          <p:nvPr/>
        </p:nvSpPr>
        <p:spPr bwMode="auto">
          <a:xfrm>
            <a:off x="2894387" y="5307130"/>
            <a:ext cx="1877656" cy="474663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1E1CD52-668E-2940-80F2-B10C4C902272}"/>
              </a:ext>
            </a:extLst>
          </p:cNvPr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524447EB-AF2A-A041-9AAF-22AE80BEBB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02DFC5C8-0F07-0646-B191-3F36D49C23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39560971-B62C-2E4C-935A-836B552692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E2E046A7-F455-5A48-9F2B-58FE95A5E2B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B411AFE3-7C43-B447-9404-B41B6AD175D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149A557C-1B39-D44A-ABCE-44F29E0A3D1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C47C4949-2773-9643-AB8D-C5F0FC9CD57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0" name="Rectangle 5">
            <a:extLst>
              <a:ext uri="{FF2B5EF4-FFF2-40B4-BE49-F238E27FC236}">
                <a16:creationId xmlns:a16="http://schemas.microsoft.com/office/drawing/2014/main" id="{C45704CB-2C2D-E04A-BF4B-17BB274AE2EB}"/>
              </a:ext>
            </a:extLst>
          </p:cNvPr>
          <p:cNvSpPr txBox="1">
            <a:spLocks noChangeArrowheads="1"/>
          </p:cNvSpPr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sends three packets that will reach router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on path towards destination (with time-to-live field value of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)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router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will return packets to sender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sender measures time interval between transmission and reply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904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6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Real Internet delays and routes</a:t>
            </a:r>
            <a:endParaRPr lang="en-US" sz="4400" dirty="0"/>
          </a:p>
        </p:txBody>
      </p:sp>
      <p:sp>
        <p:nvSpPr>
          <p:cNvPr id="68" name="Text Box 4">
            <a:extLst>
              <a:ext uri="{FF2B5EF4-FFF2-40B4-BE49-F238E27FC236}">
                <a16:creationId xmlns:a16="http://schemas.microsoft.com/office/drawing/2014/main" id="{7892B7DA-887D-4048-94A0-6C1A0FF2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 cs-gw (128.119.240.254)  1 ms  1 ms  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  border1-rt-fa5-1-0.gw.umass.edu (128.119.3.145)  1 ms  1 ms  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  cht-vbns.gw.umass.edu (128.119.3.130)  6 ms 5 ms 5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  jn1-at1-0-0-19.wor.vbns.net (204.147.132.129)  16 ms 11 ms 13 ms 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  jn1-so7-0-0-0.wae.vbns.net (204.147.136.136)  21 ms 18 ms 18 ms 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  abilene-vbns.abilene.ucaid.edu (198.32.11.9)  22 ms  18 ms  22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  nycm-wash.abilene.ucaid.edu (198.32.8.46)  22 ms  22 ms  22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  62.40.103.253 (62.40.103.253)  104 ms 109 ms 106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9  de2-1.de1.de.geant.net (62.40.96.129)  109 ms 102 ms 104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10  de.fr1.fr.geant.net (62.40.96.50)  113 ms 121 ms 114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  renater-gw.fr1.fr.geant.net (62.40.103.54)  112 ms  114 ms  112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12  nio-n2.cssi.renater.fr (193.51.206.13)  111 ms  114 ms  116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13  nice.cssi.renater.fr (195.220.98.102)  123 ms  125 ms  124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14  r3t2-nice.cssi.renater.fr (195.220.98.110)  126 ms  126 ms  124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15  eurecom-valbonne.r3t2.ft.net (193.48.50.54)  135 ms  128 ms  133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16  194.214.211.25 (194.214.211.25)  126 ms  128 ms  126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17  * * *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18  * * *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19  fantasia.eurecom.fr (193.55.113.142)  132 ms  128 ms  136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ms</a:t>
            </a:r>
          </a:p>
        </p:txBody>
      </p:sp>
      <p:sp>
        <p:nvSpPr>
          <p:cNvPr id="69" name="Text Box 5">
            <a:extLst>
              <a:ext uri="{FF2B5EF4-FFF2-40B4-BE49-F238E27FC236}">
                <a16:creationId xmlns:a16="http://schemas.microsoft.com/office/drawing/2014/main" id="{6BA8008D-6458-AA4E-BF53-C2EE121DA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traceroute: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gaia.cs.umass.edu to www.eurecom.fr</a:t>
            </a:r>
          </a:p>
        </p:txBody>
      </p:sp>
      <p:sp>
        <p:nvSpPr>
          <p:cNvPr id="79" name="TextBox 1">
            <a:extLst>
              <a:ext uri="{FF2B5EF4-FFF2-40B4-BE49-F238E27FC236}">
                <a16:creationId xmlns:a16="http://schemas.microsoft.com/office/drawing/2014/main" id="{5B7BE9BA-BD29-2540-9F9F-541887F3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* Do some traceroutes from exotic countries at www.traceroute.org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86D7C8-597D-9743-AF6B-834300DFF928}"/>
              </a:ext>
            </a:extLst>
          </p:cNvPr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76" name="Text Box 12">
              <a:extLst>
                <a:ext uri="{FF2B5EF4-FFF2-40B4-BE49-F238E27FC236}">
                  <a16:creationId xmlns:a16="http://schemas.microsoft.com/office/drawing/2014/main" id="{417C0065-CF59-F04B-A2B4-24B98D2D9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* means no response (probe lost, router not replying)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2945742-6EAA-EB4A-8286-39E218644B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209" y="5590849"/>
              <a:ext cx="1007194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17CFBCC-5D80-154D-AFE4-84B6F3DE8CD2}"/>
              </a:ext>
            </a:extLst>
          </p:cNvPr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71" name="Text Box 7">
              <a:extLst>
                <a:ext uri="{FF2B5EF4-FFF2-40B4-BE49-F238E27FC236}">
                  <a16:creationId xmlns:a16="http://schemas.microsoft.com/office/drawing/2014/main" id="{7FD28BA9-B712-134B-86AC-CFCC39EB2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3 delay measurements from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gaia.cs.umass.edu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to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cs-gw.cs.umass.edu 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Line 8">
              <a:extLst>
                <a:ext uri="{FF2B5EF4-FFF2-40B4-BE49-F238E27FC236}">
                  <a16:creationId xmlns:a16="http://schemas.microsoft.com/office/drawing/2014/main" id="{F1026D73-2E6E-CF45-8EF3-ADEA186C5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0508" y="1909915"/>
              <a:ext cx="671512" cy="41275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Line 9">
              <a:extLst>
                <a:ext uri="{FF2B5EF4-FFF2-40B4-BE49-F238E27FC236}">
                  <a16:creationId xmlns:a16="http://schemas.microsoft.com/office/drawing/2014/main" id="{2DB0FD1B-3421-FB44-A67B-6CAF879C89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0258" y="1898803"/>
              <a:ext cx="139700" cy="40481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Line 10">
              <a:extLst>
                <a:ext uri="{FF2B5EF4-FFF2-40B4-BE49-F238E27FC236}">
                  <a16:creationId xmlns:a16="http://schemas.microsoft.com/office/drawing/2014/main" id="{B675A34D-78B1-1642-8329-2219BE4346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05195" y="1908328"/>
              <a:ext cx="366713" cy="39052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56CE76B-0913-694C-A88F-94E62A67C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2020" y="1908328"/>
              <a:ext cx="512012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0459DB-9FBC-AA43-AD0D-E4EC703C0CD5}"/>
                </a:ext>
              </a:extLst>
            </p:cNvPr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048766B-8BD7-5447-A58F-0580BF2517D6}"/>
              </a:ext>
            </a:extLst>
          </p:cNvPr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3C3101AA-04AC-604D-B1DD-586ADCDA2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3 delay measurements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to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border1-rt-fa5-1-0.gw.umass.edu 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0144341-821E-C445-8967-E53F584FFF2F}"/>
                </a:ext>
              </a:extLst>
            </p:cNvPr>
            <p:cNvCxnSpPr/>
            <p:nvPr/>
          </p:nvCxnSpPr>
          <p:spPr>
            <a:xfrm flipH="1">
              <a:off x="8136140" y="2591761"/>
              <a:ext cx="73896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7106E5-CEC9-5B4C-9D96-768239ACF3F9}"/>
                </a:ext>
              </a:extLst>
            </p:cNvPr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93B100-C8EC-E14F-A08F-A5227BBD8A75}"/>
              </a:ext>
            </a:extLst>
          </p:cNvPr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769EA44-D208-F546-BC48-10986246EF9A}"/>
                </a:ext>
              </a:extLst>
            </p:cNvPr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16" name="Text Box 7">
                <a:extLst>
                  <a:ext uri="{FF2B5EF4-FFF2-40B4-BE49-F238E27FC236}">
                    <a16:creationId xmlns:a16="http://schemas.microsoft.com/office/drawing/2014/main" id="{461E9B9B-D89F-E045-903F-E4B91E6BD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looks like delays </a:t>
                </a: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decrease</a:t>
                </a: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! Why?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B545969-F2B6-3640-A5C7-754982F63617}"/>
                  </a:ext>
                </a:extLst>
              </p:cNvPr>
              <p:cNvCxnSpPr/>
              <p:nvPr/>
            </p:nvCxnSpPr>
            <p:spPr>
              <a:xfrm flipH="1">
                <a:off x="8136140" y="4381712"/>
                <a:ext cx="738960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D5D0FA-CF95-C647-8691-03423CEA1D6E}"/>
                </a:ext>
              </a:extLst>
            </p:cNvPr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B422DF4-E50E-8C4F-8EDF-EA4A3399E21E}"/>
                </a:ext>
              </a:extLst>
            </p:cNvPr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6E80E2-2107-5945-8AA3-407451B7E60F}"/>
              </a:ext>
            </a:extLst>
          </p:cNvPr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BE253E-6EA1-BB4E-8BF0-19C339C404C1}"/>
                </a:ext>
              </a:extLst>
            </p:cNvPr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77" name="Freeform 14">
                <a:extLst>
                  <a:ext uri="{FF2B5EF4-FFF2-40B4-BE49-F238E27FC236}">
                    <a16:creationId xmlns:a16="http://schemas.microsoft.com/office/drawing/2014/main" id="{D3347813-BBD3-9B4D-B4C4-CAF563726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1470" y="3595840"/>
                <a:ext cx="1012825" cy="246063"/>
              </a:xfrm>
              <a:custGeom>
                <a:avLst/>
                <a:gdLst>
                  <a:gd name="T0" fmla="*/ 2147483647 w 638"/>
                  <a:gd name="T1" fmla="*/ 0 h 155"/>
                  <a:gd name="T2" fmla="*/ 2147483647 w 638"/>
                  <a:gd name="T3" fmla="*/ 2147483647 h 155"/>
                  <a:gd name="T4" fmla="*/ 2147483647 w 638"/>
                  <a:gd name="T5" fmla="*/ 2147483647 h 155"/>
                  <a:gd name="T6" fmla="*/ 2147483647 w 638"/>
                  <a:gd name="T7" fmla="*/ 2147483647 h 155"/>
                  <a:gd name="T8" fmla="*/ 0 w 638"/>
                  <a:gd name="T9" fmla="*/ 2147483647 h 1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8"/>
                  <a:gd name="T16" fmla="*/ 0 h 155"/>
                  <a:gd name="T17" fmla="*/ 638 w 638"/>
                  <a:gd name="T18" fmla="*/ 155 h 1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8" h="155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w="1905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Text Box 15">
                <a:extLst>
                  <a:ext uri="{FF2B5EF4-FFF2-40B4-BE49-F238E27FC236}">
                    <a16:creationId xmlns:a16="http://schemas.microsoft.com/office/drawing/2014/main" id="{36225CEE-E8B5-D342-87EF-CF5AADE63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trans-oceanic link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FEDFBE5-9FAF-5841-909F-D0F941024CFF}"/>
                  </a:ext>
                </a:extLst>
              </p:cNvPr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4AAD3ED-1CE9-2F41-9A86-B86A45BB3764}"/>
                  </a:ext>
                </a:extLst>
              </p:cNvPr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12C0CA-EC0F-6646-B05E-6CF824061878}"/>
                </a:ext>
              </a:extLst>
            </p:cNvPr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6B3651B-4FF4-7D4B-9806-691B5A2E72B0}"/>
                </a:ext>
              </a:extLst>
            </p:cNvPr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3060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1547</TotalTime>
  <Words>2471</Words>
  <Application>Microsoft Office PowerPoint</Application>
  <PresentationFormat>Widescreen</PresentationFormat>
  <Paragraphs>689</Paragraphs>
  <Slides>30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ＭＳ Ｐゴシック</vt:lpstr>
      <vt:lpstr>ＭＳ Ｐゴシック</vt:lpstr>
      <vt:lpstr>游ゴシック Light</vt:lpstr>
      <vt:lpstr>Arial</vt:lpstr>
      <vt:lpstr>Calibri</vt:lpstr>
      <vt:lpstr>Calibri Light</vt:lpstr>
      <vt:lpstr>Gill Sans MT</vt:lpstr>
      <vt:lpstr>Tahoma</vt:lpstr>
      <vt:lpstr>Times New Roman</vt:lpstr>
      <vt:lpstr>Wingdings</vt:lpstr>
      <vt:lpstr>ZapfDingbats</vt:lpstr>
      <vt:lpstr>Office Theme</vt:lpstr>
      <vt:lpstr>רשתות תקשורת 1 מבוא</vt:lpstr>
      <vt:lpstr>רשת האינטרנט</vt:lpstr>
      <vt:lpstr>מרכז נתונים (חוות שרתים) - Data Center</vt:lpstr>
      <vt:lpstr>איך לחבר את ספקי שרות האינטרנט - ISP</vt:lpstr>
      <vt:lpstr>מבנה האינטרנט הוא רשת של רשתות</vt:lpstr>
      <vt:lpstr>פרוטוקול</vt:lpstr>
      <vt:lpstr>מודל השכבות</vt:lpstr>
      <vt:lpstr>מודל חמש השכבות של רשת האיטרנט</vt:lpstr>
      <vt:lpstr>Encapsulation</vt:lpstr>
      <vt:lpstr>Transport layer Encapsulation</vt:lpstr>
      <vt:lpstr>Network layer Encapsulation</vt:lpstr>
      <vt:lpstr>Link layer Encapsulation</vt:lpstr>
      <vt:lpstr>Encapsulation: an end-end view</vt:lpstr>
      <vt:lpstr>הנתונים הנשלחים ברשת מחולקים למנות - packets עִקוב במשלוח המנה -packet transmission delay </vt:lpstr>
      <vt:lpstr>עִקוב במשלוח המנה -packet transmission delay  דוגמאות</vt:lpstr>
      <vt:lpstr>עִקוב במשלוח המנה -packet transmission delay  דוגמאות</vt:lpstr>
      <vt:lpstr>המנות עוברות באמצעות נתבים מהשולח למקבל הנתב מבצע מיתוג מנות – packet switching</vt:lpstr>
      <vt:lpstr>Packet-switching: store-and-forward</vt:lpstr>
      <vt:lpstr>Alternative to packet switching: circuit switching</vt:lpstr>
      <vt:lpstr>Packet switching versus circuit switching</vt:lpstr>
      <vt:lpstr>queueing delay  עִקוב במשלוח המנה - </vt:lpstr>
      <vt:lpstr>packet delay may cause packet loss</vt:lpstr>
      <vt:lpstr>Packet queueing delay (revisited)</vt:lpstr>
      <vt:lpstr>Packet delay: four sources</vt:lpstr>
      <vt:lpstr>Packet delay: four sources</vt:lpstr>
      <vt:lpstr>Throughput</vt:lpstr>
      <vt:lpstr>Throughput</vt:lpstr>
      <vt:lpstr>Throughput: network scenario</vt:lpstr>
      <vt:lpstr>“Real” Internet delays and routes</vt:lpstr>
      <vt:lpstr>Real Internet delays and routes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רשתות תקשורת 1  מבוא</dc:title>
  <dc:creator>Pinchas Weisberg</dc:creator>
  <cp:lastModifiedBy>Pinchas Weisberg</cp:lastModifiedBy>
  <cp:revision>100</cp:revision>
  <dcterms:created xsi:type="dcterms:W3CDTF">2026-10-05T07:17:23Z</dcterms:created>
  <dcterms:modified xsi:type="dcterms:W3CDTF">2026-10-18T07:04:02Z</dcterms:modified>
</cp:coreProperties>
</file>